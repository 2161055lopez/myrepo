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3" r:id="rId1"/>
  </p:sldMasterIdLst>
  <p:notesMasterIdLst>
    <p:notesMasterId r:id="rId15"/>
  </p:notesMasterIdLst>
  <p:handoutMasterIdLst>
    <p:handoutMasterId r:id="rId16"/>
  </p:handoutMasterIdLst>
  <p:sldIdLst>
    <p:sldId id="330" r:id="rId2"/>
    <p:sldId id="344" r:id="rId3"/>
    <p:sldId id="347" r:id="rId4"/>
    <p:sldId id="380" r:id="rId5"/>
    <p:sldId id="381" r:id="rId6"/>
    <p:sldId id="382" r:id="rId7"/>
    <p:sldId id="383" r:id="rId8"/>
    <p:sldId id="385" r:id="rId9"/>
    <p:sldId id="384" r:id="rId10"/>
    <p:sldId id="388" r:id="rId11"/>
    <p:sldId id="386" r:id="rId12"/>
    <p:sldId id="387" r:id="rId13"/>
    <p:sldId id="389" r:id="rId14"/>
  </p:sldIdLst>
  <p:sldSz cx="9144000" cy="5143500" type="screen16x9"/>
  <p:notesSz cx="7010400" cy="9296400"/>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380895" algn="l" rtl="0" fontAlgn="base">
      <a:spcBef>
        <a:spcPct val="0"/>
      </a:spcBef>
      <a:spcAft>
        <a:spcPct val="0"/>
      </a:spcAft>
      <a:defRPr kern="1200">
        <a:solidFill>
          <a:schemeClr val="tx1"/>
        </a:solidFill>
        <a:latin typeface="Arial" charset="0"/>
        <a:ea typeface="+mn-ea"/>
        <a:cs typeface="+mn-cs"/>
      </a:defRPr>
    </a:lvl2pPr>
    <a:lvl3pPr marL="761790" algn="l" rtl="0" fontAlgn="base">
      <a:spcBef>
        <a:spcPct val="0"/>
      </a:spcBef>
      <a:spcAft>
        <a:spcPct val="0"/>
      </a:spcAft>
      <a:defRPr kern="1200">
        <a:solidFill>
          <a:schemeClr val="tx1"/>
        </a:solidFill>
        <a:latin typeface="Arial" charset="0"/>
        <a:ea typeface="+mn-ea"/>
        <a:cs typeface="+mn-cs"/>
      </a:defRPr>
    </a:lvl3pPr>
    <a:lvl4pPr marL="1142683" algn="l" rtl="0" fontAlgn="base">
      <a:spcBef>
        <a:spcPct val="0"/>
      </a:spcBef>
      <a:spcAft>
        <a:spcPct val="0"/>
      </a:spcAft>
      <a:defRPr kern="1200">
        <a:solidFill>
          <a:schemeClr val="tx1"/>
        </a:solidFill>
        <a:latin typeface="Arial" charset="0"/>
        <a:ea typeface="+mn-ea"/>
        <a:cs typeface="+mn-cs"/>
      </a:defRPr>
    </a:lvl4pPr>
    <a:lvl5pPr marL="1523573" algn="l" rtl="0" fontAlgn="base">
      <a:spcBef>
        <a:spcPct val="0"/>
      </a:spcBef>
      <a:spcAft>
        <a:spcPct val="0"/>
      </a:spcAft>
      <a:defRPr kern="1200">
        <a:solidFill>
          <a:schemeClr val="tx1"/>
        </a:solidFill>
        <a:latin typeface="Arial" charset="0"/>
        <a:ea typeface="+mn-ea"/>
        <a:cs typeface="+mn-cs"/>
      </a:defRPr>
    </a:lvl5pPr>
    <a:lvl6pPr marL="1904467" algn="l" defTabSz="761790" rtl="0" eaLnBrk="1" latinLnBrk="0" hangingPunct="1">
      <a:defRPr kern="1200">
        <a:solidFill>
          <a:schemeClr val="tx1"/>
        </a:solidFill>
        <a:latin typeface="Arial" charset="0"/>
        <a:ea typeface="+mn-ea"/>
        <a:cs typeface="+mn-cs"/>
      </a:defRPr>
    </a:lvl6pPr>
    <a:lvl7pPr marL="2285362" algn="l" defTabSz="761790" rtl="0" eaLnBrk="1" latinLnBrk="0" hangingPunct="1">
      <a:defRPr kern="1200">
        <a:solidFill>
          <a:schemeClr val="tx1"/>
        </a:solidFill>
        <a:latin typeface="Arial" charset="0"/>
        <a:ea typeface="+mn-ea"/>
        <a:cs typeface="+mn-cs"/>
      </a:defRPr>
    </a:lvl7pPr>
    <a:lvl8pPr marL="2666253" algn="l" defTabSz="761790" rtl="0" eaLnBrk="1" latinLnBrk="0" hangingPunct="1">
      <a:defRPr kern="1200">
        <a:solidFill>
          <a:schemeClr val="tx1"/>
        </a:solidFill>
        <a:latin typeface="Arial" charset="0"/>
        <a:ea typeface="+mn-ea"/>
        <a:cs typeface="+mn-cs"/>
      </a:defRPr>
    </a:lvl8pPr>
    <a:lvl9pPr marL="3047146" algn="l" defTabSz="76179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3300"/>
    <a:srgbClr val="E99558"/>
    <a:srgbClr val="E99595"/>
    <a:srgbClr val="FFCC66"/>
    <a:srgbClr val="9999FF"/>
    <a:srgbClr val="CC9900"/>
    <a:srgbClr val="FFFF99"/>
    <a:srgbClr val="99FF99"/>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960" autoAdjust="0"/>
    <p:restoredTop sz="85613" autoAdjust="0"/>
  </p:normalViewPr>
  <p:slideViewPr>
    <p:cSldViewPr snapToGrid="0">
      <p:cViewPr>
        <p:scale>
          <a:sx n="66" d="100"/>
          <a:sy n="66" d="100"/>
        </p:scale>
        <p:origin x="-4842" y="-2106"/>
      </p:cViewPr>
      <p:guideLst>
        <p:guide orient="horz" pos="1620"/>
        <p:guide pos="2878"/>
      </p:guideLst>
    </p:cSldViewPr>
  </p:slid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66" d="100"/>
          <a:sy n="66" d="100"/>
        </p:scale>
        <p:origin x="-3264" y="-96"/>
      </p:cViewPr>
      <p:guideLst>
        <p:guide orient="horz" pos="2928"/>
        <p:guide pos="220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EC1F4B-0C23-43FF-A242-D541DBDD3EB2}" type="doc">
      <dgm:prSet loTypeId="urn:microsoft.com/office/officeart/2005/8/layout/funnel1" loCatId="relationship" qsTypeId="urn:microsoft.com/office/officeart/2005/8/quickstyle/simple1" qsCatId="simple" csTypeId="urn:microsoft.com/office/officeart/2005/8/colors/accent1_2" csCatId="accent1" phldr="1"/>
      <dgm:spPr/>
      <dgm:t>
        <a:bodyPr/>
        <a:lstStyle/>
        <a:p>
          <a:endParaRPr lang="en-US"/>
        </a:p>
      </dgm:t>
    </dgm:pt>
    <dgm:pt modelId="{7676542C-AC7A-43A1-88C1-C331A354824F}">
      <dgm:prSet phldrT="[Text]"/>
      <dgm:spPr/>
      <dgm:t>
        <a:bodyPr/>
        <a:lstStyle/>
        <a:p>
          <a:r>
            <a:rPr lang="en-US" smtClean="0"/>
            <a:t>Sub</a:t>
          </a:r>
          <a:endParaRPr lang="en-US"/>
        </a:p>
      </dgm:t>
    </dgm:pt>
    <dgm:pt modelId="{9097350A-2223-4B47-BB37-3E4B9FEB25CB}" type="parTrans" cxnId="{E243D9DA-8E4D-42F1-AFBF-B8AABE5841CD}">
      <dgm:prSet/>
      <dgm:spPr/>
      <dgm:t>
        <a:bodyPr/>
        <a:lstStyle/>
        <a:p>
          <a:endParaRPr lang="en-US"/>
        </a:p>
      </dgm:t>
    </dgm:pt>
    <dgm:pt modelId="{71A9E0EE-C45F-4337-ADD0-4625C3A6AE27}" type="sibTrans" cxnId="{E243D9DA-8E4D-42F1-AFBF-B8AABE5841CD}">
      <dgm:prSet/>
      <dgm:spPr/>
      <dgm:t>
        <a:bodyPr/>
        <a:lstStyle/>
        <a:p>
          <a:endParaRPr lang="en-US"/>
        </a:p>
      </dgm:t>
    </dgm:pt>
    <dgm:pt modelId="{887DB18C-9232-457A-8C27-1D56A5AE5270}">
      <dgm:prSet phldrT="[Text]" custT="1"/>
      <dgm:spPr/>
      <dgm:t>
        <a:bodyPr/>
        <a:lstStyle/>
        <a:p>
          <a:r>
            <a:rPr lang="en-US" sz="1800" dirty="0" smtClean="0">
              <a:solidFill>
                <a:srgbClr val="FF0000"/>
              </a:solidFill>
            </a:rPr>
            <a:t>Perl</a:t>
          </a:r>
          <a:endParaRPr lang="en-US" sz="1800" dirty="0">
            <a:solidFill>
              <a:srgbClr val="FF0000"/>
            </a:solidFill>
          </a:endParaRPr>
        </a:p>
      </dgm:t>
    </dgm:pt>
    <dgm:pt modelId="{21077507-2830-4916-ADB2-B2DFF838E7F3}" type="parTrans" cxnId="{70301F1D-4EC0-4608-8940-73B6FA14EEB8}">
      <dgm:prSet/>
      <dgm:spPr/>
      <dgm:t>
        <a:bodyPr/>
        <a:lstStyle/>
        <a:p>
          <a:endParaRPr lang="en-US"/>
        </a:p>
      </dgm:t>
    </dgm:pt>
    <dgm:pt modelId="{A93CD68E-6E90-41F1-9DB9-3CFE1E5DED85}" type="sibTrans" cxnId="{70301F1D-4EC0-4608-8940-73B6FA14EEB8}">
      <dgm:prSet/>
      <dgm:spPr/>
      <dgm:t>
        <a:bodyPr/>
        <a:lstStyle/>
        <a:p>
          <a:endParaRPr lang="en-US"/>
        </a:p>
      </dgm:t>
    </dgm:pt>
    <dgm:pt modelId="{281691EE-1429-4439-8E29-A7A940DCF78E}" type="pres">
      <dgm:prSet presAssocID="{E9EC1F4B-0C23-43FF-A242-D541DBDD3EB2}" presName="Name0" presStyleCnt="0">
        <dgm:presLayoutVars>
          <dgm:chMax val="4"/>
          <dgm:resizeHandles val="exact"/>
        </dgm:presLayoutVars>
      </dgm:prSet>
      <dgm:spPr/>
      <dgm:t>
        <a:bodyPr/>
        <a:lstStyle/>
        <a:p>
          <a:endParaRPr lang="en-US"/>
        </a:p>
      </dgm:t>
    </dgm:pt>
    <dgm:pt modelId="{05AE3130-55B7-4189-A712-426C11AEC6E1}" type="pres">
      <dgm:prSet presAssocID="{E9EC1F4B-0C23-43FF-A242-D541DBDD3EB2}" presName="ellipse" presStyleLbl="trBgShp" presStyleIdx="0" presStyleCnt="1"/>
      <dgm:spPr/>
    </dgm:pt>
    <dgm:pt modelId="{9ABEE630-2C8A-40E5-885F-6760B99CDF20}" type="pres">
      <dgm:prSet presAssocID="{E9EC1F4B-0C23-43FF-A242-D541DBDD3EB2}" presName="arrow1" presStyleLbl="fgShp" presStyleIdx="0" presStyleCnt="1"/>
      <dgm:spPr/>
    </dgm:pt>
    <dgm:pt modelId="{C28AC214-9F31-4971-9921-07AA12DC06D9}" type="pres">
      <dgm:prSet presAssocID="{E9EC1F4B-0C23-43FF-A242-D541DBDD3EB2}" presName="rectangle" presStyleLbl="revTx" presStyleIdx="0" presStyleCnt="1">
        <dgm:presLayoutVars>
          <dgm:bulletEnabled val="1"/>
        </dgm:presLayoutVars>
      </dgm:prSet>
      <dgm:spPr/>
      <dgm:t>
        <a:bodyPr/>
        <a:lstStyle/>
        <a:p>
          <a:endParaRPr lang="en-US"/>
        </a:p>
      </dgm:t>
    </dgm:pt>
    <dgm:pt modelId="{ECD5E659-A53E-4732-BE4C-578EAFE1C061}" type="pres">
      <dgm:prSet presAssocID="{887DB18C-9232-457A-8C27-1D56A5AE5270}" presName="item1" presStyleLbl="node1" presStyleIdx="0" presStyleCnt="1">
        <dgm:presLayoutVars>
          <dgm:bulletEnabled val="1"/>
        </dgm:presLayoutVars>
      </dgm:prSet>
      <dgm:spPr/>
      <dgm:t>
        <a:bodyPr/>
        <a:lstStyle/>
        <a:p>
          <a:endParaRPr lang="en-US"/>
        </a:p>
      </dgm:t>
    </dgm:pt>
    <dgm:pt modelId="{C02AD42E-D9C6-4209-9F2B-C422E78A7943}" type="pres">
      <dgm:prSet presAssocID="{E9EC1F4B-0C23-43FF-A242-D541DBDD3EB2}" presName="funnel" presStyleLbl="trAlignAcc1" presStyleIdx="0" presStyleCnt="1"/>
      <dgm:spPr/>
    </dgm:pt>
  </dgm:ptLst>
  <dgm:cxnLst>
    <dgm:cxn modelId="{50AEA904-6046-4714-B34E-800E272D8CC8}" type="presOf" srcId="{887DB18C-9232-457A-8C27-1D56A5AE5270}" destId="{C28AC214-9F31-4971-9921-07AA12DC06D9}" srcOrd="0" destOrd="0" presId="urn:microsoft.com/office/officeart/2005/8/layout/funnel1"/>
    <dgm:cxn modelId="{70301F1D-4EC0-4608-8940-73B6FA14EEB8}" srcId="{E9EC1F4B-0C23-43FF-A242-D541DBDD3EB2}" destId="{887DB18C-9232-457A-8C27-1D56A5AE5270}" srcOrd="1" destOrd="0" parTransId="{21077507-2830-4916-ADB2-B2DFF838E7F3}" sibTransId="{A93CD68E-6E90-41F1-9DB9-3CFE1E5DED85}"/>
    <dgm:cxn modelId="{E243D9DA-8E4D-42F1-AFBF-B8AABE5841CD}" srcId="{E9EC1F4B-0C23-43FF-A242-D541DBDD3EB2}" destId="{7676542C-AC7A-43A1-88C1-C331A354824F}" srcOrd="0" destOrd="0" parTransId="{9097350A-2223-4B47-BB37-3E4B9FEB25CB}" sibTransId="{71A9E0EE-C45F-4337-ADD0-4625C3A6AE27}"/>
    <dgm:cxn modelId="{E1F0973D-DD01-4B59-9217-BF89561F8843}" type="presOf" srcId="{7676542C-AC7A-43A1-88C1-C331A354824F}" destId="{ECD5E659-A53E-4732-BE4C-578EAFE1C061}" srcOrd="0" destOrd="0" presId="urn:microsoft.com/office/officeart/2005/8/layout/funnel1"/>
    <dgm:cxn modelId="{7188EFA2-D44D-4209-9B5C-E5122D9C8625}" type="presOf" srcId="{E9EC1F4B-0C23-43FF-A242-D541DBDD3EB2}" destId="{281691EE-1429-4439-8E29-A7A940DCF78E}" srcOrd="0" destOrd="0" presId="urn:microsoft.com/office/officeart/2005/8/layout/funnel1"/>
    <dgm:cxn modelId="{75A303A9-9E26-4D5E-8A26-6AEBC35B1293}" type="presParOf" srcId="{281691EE-1429-4439-8E29-A7A940DCF78E}" destId="{05AE3130-55B7-4189-A712-426C11AEC6E1}" srcOrd="0" destOrd="0" presId="urn:microsoft.com/office/officeart/2005/8/layout/funnel1"/>
    <dgm:cxn modelId="{1BB9CD4B-507D-462F-B7A0-C4753018B3B5}" type="presParOf" srcId="{281691EE-1429-4439-8E29-A7A940DCF78E}" destId="{9ABEE630-2C8A-40E5-885F-6760B99CDF20}" srcOrd="1" destOrd="0" presId="urn:microsoft.com/office/officeart/2005/8/layout/funnel1"/>
    <dgm:cxn modelId="{7B98AA1B-1F84-44E2-8CCF-27F1CCF86CB0}" type="presParOf" srcId="{281691EE-1429-4439-8E29-A7A940DCF78E}" destId="{C28AC214-9F31-4971-9921-07AA12DC06D9}" srcOrd="2" destOrd="0" presId="urn:microsoft.com/office/officeart/2005/8/layout/funnel1"/>
    <dgm:cxn modelId="{4E759447-F6B7-42A4-A4A2-84DC373A0F43}" type="presParOf" srcId="{281691EE-1429-4439-8E29-A7A940DCF78E}" destId="{ECD5E659-A53E-4732-BE4C-578EAFE1C061}" srcOrd="3" destOrd="0" presId="urn:microsoft.com/office/officeart/2005/8/layout/funnel1"/>
    <dgm:cxn modelId="{5508738A-2324-461C-ABFF-93A648408319}" type="presParOf" srcId="{281691EE-1429-4439-8E29-A7A940DCF78E}" destId="{C02AD42E-D9C6-4209-9F2B-C422E78A7943}" srcOrd="4" destOrd="0" presId="urn:microsoft.com/office/officeart/2005/8/layout/funnel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9EC1F4B-0C23-43FF-A242-D541DBDD3EB2}" type="doc">
      <dgm:prSet loTypeId="urn:microsoft.com/office/officeart/2005/8/layout/funnel1" loCatId="relationship" qsTypeId="urn:microsoft.com/office/officeart/2005/8/quickstyle/simple1" qsCatId="simple" csTypeId="urn:microsoft.com/office/officeart/2005/8/colors/accent1_2" csCatId="accent1" phldr="1"/>
      <dgm:spPr/>
      <dgm:t>
        <a:bodyPr/>
        <a:lstStyle/>
        <a:p>
          <a:endParaRPr lang="en-US"/>
        </a:p>
      </dgm:t>
    </dgm:pt>
    <dgm:pt modelId="{7676542C-AC7A-43A1-88C1-C331A354824F}">
      <dgm:prSet phldrT="[Text]"/>
      <dgm:spPr/>
      <dgm:t>
        <a:bodyPr/>
        <a:lstStyle/>
        <a:p>
          <a:r>
            <a:rPr lang="en-US" dirty="0" smtClean="0"/>
            <a:t>Method</a:t>
          </a:r>
          <a:endParaRPr lang="en-US" dirty="0"/>
        </a:p>
      </dgm:t>
    </dgm:pt>
    <dgm:pt modelId="{9097350A-2223-4B47-BB37-3E4B9FEB25CB}" type="parTrans" cxnId="{E243D9DA-8E4D-42F1-AFBF-B8AABE5841CD}">
      <dgm:prSet/>
      <dgm:spPr/>
      <dgm:t>
        <a:bodyPr/>
        <a:lstStyle/>
        <a:p>
          <a:endParaRPr lang="en-US"/>
        </a:p>
      </dgm:t>
    </dgm:pt>
    <dgm:pt modelId="{71A9E0EE-C45F-4337-ADD0-4625C3A6AE27}" type="sibTrans" cxnId="{E243D9DA-8E4D-42F1-AFBF-B8AABE5841CD}">
      <dgm:prSet/>
      <dgm:spPr/>
      <dgm:t>
        <a:bodyPr/>
        <a:lstStyle/>
        <a:p>
          <a:endParaRPr lang="en-US"/>
        </a:p>
      </dgm:t>
    </dgm:pt>
    <dgm:pt modelId="{887DB18C-9232-457A-8C27-1D56A5AE5270}">
      <dgm:prSet phldrT="[Text]" custT="1"/>
      <dgm:spPr/>
      <dgm:t>
        <a:bodyPr/>
        <a:lstStyle/>
        <a:p>
          <a:r>
            <a:rPr lang="en-US" sz="1800" dirty="0" smtClean="0">
              <a:solidFill>
                <a:srgbClr val="FF0000"/>
              </a:solidFill>
            </a:rPr>
            <a:t>Java</a:t>
          </a:r>
          <a:endParaRPr lang="en-US" sz="1800" dirty="0">
            <a:solidFill>
              <a:srgbClr val="FF0000"/>
            </a:solidFill>
          </a:endParaRPr>
        </a:p>
      </dgm:t>
    </dgm:pt>
    <dgm:pt modelId="{21077507-2830-4916-ADB2-B2DFF838E7F3}" type="parTrans" cxnId="{70301F1D-4EC0-4608-8940-73B6FA14EEB8}">
      <dgm:prSet/>
      <dgm:spPr/>
      <dgm:t>
        <a:bodyPr/>
        <a:lstStyle/>
        <a:p>
          <a:endParaRPr lang="en-US"/>
        </a:p>
      </dgm:t>
    </dgm:pt>
    <dgm:pt modelId="{A93CD68E-6E90-41F1-9DB9-3CFE1E5DED85}" type="sibTrans" cxnId="{70301F1D-4EC0-4608-8940-73B6FA14EEB8}">
      <dgm:prSet/>
      <dgm:spPr/>
      <dgm:t>
        <a:bodyPr/>
        <a:lstStyle/>
        <a:p>
          <a:endParaRPr lang="en-US"/>
        </a:p>
      </dgm:t>
    </dgm:pt>
    <dgm:pt modelId="{281691EE-1429-4439-8E29-A7A940DCF78E}" type="pres">
      <dgm:prSet presAssocID="{E9EC1F4B-0C23-43FF-A242-D541DBDD3EB2}" presName="Name0" presStyleCnt="0">
        <dgm:presLayoutVars>
          <dgm:chMax val="4"/>
          <dgm:resizeHandles val="exact"/>
        </dgm:presLayoutVars>
      </dgm:prSet>
      <dgm:spPr/>
      <dgm:t>
        <a:bodyPr/>
        <a:lstStyle/>
        <a:p>
          <a:endParaRPr lang="en-US"/>
        </a:p>
      </dgm:t>
    </dgm:pt>
    <dgm:pt modelId="{05AE3130-55B7-4189-A712-426C11AEC6E1}" type="pres">
      <dgm:prSet presAssocID="{E9EC1F4B-0C23-43FF-A242-D541DBDD3EB2}" presName="ellipse" presStyleLbl="trBgShp" presStyleIdx="0" presStyleCnt="1"/>
      <dgm:spPr/>
    </dgm:pt>
    <dgm:pt modelId="{9ABEE630-2C8A-40E5-885F-6760B99CDF20}" type="pres">
      <dgm:prSet presAssocID="{E9EC1F4B-0C23-43FF-A242-D541DBDD3EB2}" presName="arrow1" presStyleLbl="fgShp" presStyleIdx="0" presStyleCnt="1"/>
      <dgm:spPr/>
    </dgm:pt>
    <dgm:pt modelId="{C28AC214-9F31-4971-9921-07AA12DC06D9}" type="pres">
      <dgm:prSet presAssocID="{E9EC1F4B-0C23-43FF-A242-D541DBDD3EB2}" presName="rectangle" presStyleLbl="revTx" presStyleIdx="0" presStyleCnt="1">
        <dgm:presLayoutVars>
          <dgm:bulletEnabled val="1"/>
        </dgm:presLayoutVars>
      </dgm:prSet>
      <dgm:spPr/>
      <dgm:t>
        <a:bodyPr/>
        <a:lstStyle/>
        <a:p>
          <a:endParaRPr lang="en-US"/>
        </a:p>
      </dgm:t>
    </dgm:pt>
    <dgm:pt modelId="{ECD5E659-A53E-4732-BE4C-578EAFE1C061}" type="pres">
      <dgm:prSet presAssocID="{887DB18C-9232-457A-8C27-1D56A5AE5270}" presName="item1" presStyleLbl="node1" presStyleIdx="0" presStyleCnt="1">
        <dgm:presLayoutVars>
          <dgm:bulletEnabled val="1"/>
        </dgm:presLayoutVars>
      </dgm:prSet>
      <dgm:spPr/>
      <dgm:t>
        <a:bodyPr/>
        <a:lstStyle/>
        <a:p>
          <a:endParaRPr lang="en-US"/>
        </a:p>
      </dgm:t>
    </dgm:pt>
    <dgm:pt modelId="{C02AD42E-D9C6-4209-9F2B-C422E78A7943}" type="pres">
      <dgm:prSet presAssocID="{E9EC1F4B-0C23-43FF-A242-D541DBDD3EB2}" presName="funnel" presStyleLbl="trAlignAcc1" presStyleIdx="0" presStyleCnt="1"/>
      <dgm:spPr/>
    </dgm:pt>
  </dgm:ptLst>
  <dgm:cxnLst>
    <dgm:cxn modelId="{750AC331-D5BD-4310-9BFF-495669A9C1A8}" type="presOf" srcId="{887DB18C-9232-457A-8C27-1D56A5AE5270}" destId="{C28AC214-9F31-4971-9921-07AA12DC06D9}" srcOrd="0" destOrd="0" presId="urn:microsoft.com/office/officeart/2005/8/layout/funnel1"/>
    <dgm:cxn modelId="{A10845E2-B65B-4E7D-B8AA-FB3D2F67CC11}" type="presOf" srcId="{E9EC1F4B-0C23-43FF-A242-D541DBDD3EB2}" destId="{281691EE-1429-4439-8E29-A7A940DCF78E}" srcOrd="0" destOrd="0" presId="urn:microsoft.com/office/officeart/2005/8/layout/funnel1"/>
    <dgm:cxn modelId="{70301F1D-4EC0-4608-8940-73B6FA14EEB8}" srcId="{E9EC1F4B-0C23-43FF-A242-D541DBDD3EB2}" destId="{887DB18C-9232-457A-8C27-1D56A5AE5270}" srcOrd="1" destOrd="0" parTransId="{21077507-2830-4916-ADB2-B2DFF838E7F3}" sibTransId="{A93CD68E-6E90-41F1-9DB9-3CFE1E5DED85}"/>
    <dgm:cxn modelId="{E243D9DA-8E4D-42F1-AFBF-B8AABE5841CD}" srcId="{E9EC1F4B-0C23-43FF-A242-D541DBDD3EB2}" destId="{7676542C-AC7A-43A1-88C1-C331A354824F}" srcOrd="0" destOrd="0" parTransId="{9097350A-2223-4B47-BB37-3E4B9FEB25CB}" sibTransId="{71A9E0EE-C45F-4337-ADD0-4625C3A6AE27}"/>
    <dgm:cxn modelId="{604EDCD2-EF66-4D8D-9B7A-2450966FE0E9}" type="presOf" srcId="{7676542C-AC7A-43A1-88C1-C331A354824F}" destId="{ECD5E659-A53E-4732-BE4C-578EAFE1C061}" srcOrd="0" destOrd="0" presId="urn:microsoft.com/office/officeart/2005/8/layout/funnel1"/>
    <dgm:cxn modelId="{A09E2E7D-AACA-4B96-8F27-1A3D39E29440}" type="presParOf" srcId="{281691EE-1429-4439-8E29-A7A940DCF78E}" destId="{05AE3130-55B7-4189-A712-426C11AEC6E1}" srcOrd="0" destOrd="0" presId="urn:microsoft.com/office/officeart/2005/8/layout/funnel1"/>
    <dgm:cxn modelId="{8595E1FE-9FA3-4775-B6FF-F807E14C1166}" type="presParOf" srcId="{281691EE-1429-4439-8E29-A7A940DCF78E}" destId="{9ABEE630-2C8A-40E5-885F-6760B99CDF20}" srcOrd="1" destOrd="0" presId="urn:microsoft.com/office/officeart/2005/8/layout/funnel1"/>
    <dgm:cxn modelId="{5D47B934-5A39-4483-BC4E-C1956D121433}" type="presParOf" srcId="{281691EE-1429-4439-8E29-A7A940DCF78E}" destId="{C28AC214-9F31-4971-9921-07AA12DC06D9}" srcOrd="2" destOrd="0" presId="urn:microsoft.com/office/officeart/2005/8/layout/funnel1"/>
    <dgm:cxn modelId="{560482C9-C406-48B0-BAB3-1C1DEA25BC25}" type="presParOf" srcId="{281691EE-1429-4439-8E29-A7A940DCF78E}" destId="{ECD5E659-A53E-4732-BE4C-578EAFE1C061}" srcOrd="3" destOrd="0" presId="urn:microsoft.com/office/officeart/2005/8/layout/funnel1"/>
    <dgm:cxn modelId="{F0CAF4A6-3880-454D-86F7-D9C0AE1858B9}" type="presParOf" srcId="{281691EE-1429-4439-8E29-A7A940DCF78E}" destId="{C02AD42E-D9C6-4209-9F2B-C422E78A7943}" srcOrd="4" destOrd="0" presId="urn:microsoft.com/office/officeart/2005/8/layout/funnel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AE3130-55B7-4189-A712-426C11AEC6E1}">
      <dsp:nvSpPr>
        <dsp:cNvPr id="0" name=""/>
        <dsp:cNvSpPr/>
      </dsp:nvSpPr>
      <dsp:spPr>
        <a:xfrm>
          <a:off x="603547" y="70941"/>
          <a:ext cx="1407914" cy="488950"/>
        </a:xfrm>
        <a:prstGeom prst="ellipse">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BEE630-2C8A-40E5-885F-6760B99CDF20}">
      <dsp:nvSpPr>
        <dsp:cNvPr id="0" name=""/>
        <dsp:cNvSpPr/>
      </dsp:nvSpPr>
      <dsp:spPr>
        <a:xfrm>
          <a:off x="1173261" y="1268214"/>
          <a:ext cx="272851" cy="174625"/>
        </a:xfrm>
        <a:prstGeom prst="down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28AC214-9F31-4971-9921-07AA12DC06D9}">
      <dsp:nvSpPr>
        <dsp:cNvPr id="0" name=""/>
        <dsp:cNvSpPr/>
      </dsp:nvSpPr>
      <dsp:spPr>
        <a:xfrm>
          <a:off x="654843" y="1407914"/>
          <a:ext cx="1309687" cy="32742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sz="1800" kern="1200" dirty="0" smtClean="0">
              <a:solidFill>
                <a:srgbClr val="FF0000"/>
              </a:solidFill>
            </a:rPr>
            <a:t>Perl</a:t>
          </a:r>
          <a:endParaRPr lang="en-US" sz="1800" kern="1200" dirty="0">
            <a:solidFill>
              <a:srgbClr val="FF0000"/>
            </a:solidFill>
          </a:endParaRPr>
        </a:p>
      </dsp:txBody>
      <dsp:txXfrm>
        <a:off x="654843" y="1407914"/>
        <a:ext cx="1309687" cy="327421"/>
      </dsp:txXfrm>
    </dsp:sp>
    <dsp:sp modelId="{ECD5E659-A53E-4732-BE4C-578EAFE1C061}">
      <dsp:nvSpPr>
        <dsp:cNvPr id="0" name=""/>
        <dsp:cNvSpPr/>
      </dsp:nvSpPr>
      <dsp:spPr>
        <a:xfrm>
          <a:off x="818554" y="98226"/>
          <a:ext cx="763984" cy="76398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lvl="0" algn="ctr" defTabSz="933450">
            <a:lnSpc>
              <a:spcPct val="90000"/>
            </a:lnSpc>
            <a:spcBef>
              <a:spcPct val="0"/>
            </a:spcBef>
            <a:spcAft>
              <a:spcPct val="35000"/>
            </a:spcAft>
          </a:pPr>
          <a:r>
            <a:rPr lang="en-US" sz="2100" kern="1200" smtClean="0"/>
            <a:t>Sub</a:t>
          </a:r>
          <a:endParaRPr lang="en-US" sz="2100" kern="1200"/>
        </a:p>
      </dsp:txBody>
      <dsp:txXfrm>
        <a:off x="930437" y="210109"/>
        <a:ext cx="540218" cy="540218"/>
      </dsp:txXfrm>
    </dsp:sp>
    <dsp:sp modelId="{C02AD42E-D9C6-4209-9F2B-C422E78A7943}">
      <dsp:nvSpPr>
        <dsp:cNvPr id="0" name=""/>
        <dsp:cNvSpPr/>
      </dsp:nvSpPr>
      <dsp:spPr>
        <a:xfrm>
          <a:off x="545703" y="10914"/>
          <a:ext cx="1527968" cy="1222375"/>
        </a:xfrm>
        <a:prstGeom prst="funnel">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AE3130-55B7-4189-A712-426C11AEC6E1}">
      <dsp:nvSpPr>
        <dsp:cNvPr id="0" name=""/>
        <dsp:cNvSpPr/>
      </dsp:nvSpPr>
      <dsp:spPr>
        <a:xfrm>
          <a:off x="686084" y="80642"/>
          <a:ext cx="1600448" cy="555814"/>
        </a:xfrm>
        <a:prstGeom prst="ellipse">
          <a:avLst/>
        </a:prstGeom>
        <a:solidFill>
          <a:schemeClr val="accent1">
            <a:tint val="50000"/>
            <a:alpha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ABEE630-2C8A-40E5-885F-6760B99CDF20}">
      <dsp:nvSpPr>
        <dsp:cNvPr id="0" name=""/>
        <dsp:cNvSpPr/>
      </dsp:nvSpPr>
      <dsp:spPr>
        <a:xfrm>
          <a:off x="1333707" y="1441644"/>
          <a:ext cx="310164" cy="198505"/>
        </a:xfrm>
        <a:prstGeom prst="downArrow">
          <a:avLst/>
        </a:prstGeom>
        <a:solidFill>
          <a:schemeClr val="accent1">
            <a:tint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C28AC214-9F31-4971-9921-07AA12DC06D9}">
      <dsp:nvSpPr>
        <dsp:cNvPr id="0" name=""/>
        <dsp:cNvSpPr/>
      </dsp:nvSpPr>
      <dsp:spPr>
        <a:xfrm>
          <a:off x="744395" y="1600448"/>
          <a:ext cx="1488789" cy="37219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8016" tIns="128016" rIns="128016" bIns="128016" numCol="1" spcCol="1270" anchor="ctr" anchorCtr="0">
          <a:noAutofit/>
        </a:bodyPr>
        <a:lstStyle/>
        <a:p>
          <a:pPr lvl="0" algn="ctr" defTabSz="800100">
            <a:lnSpc>
              <a:spcPct val="90000"/>
            </a:lnSpc>
            <a:spcBef>
              <a:spcPct val="0"/>
            </a:spcBef>
            <a:spcAft>
              <a:spcPct val="35000"/>
            </a:spcAft>
          </a:pPr>
          <a:r>
            <a:rPr lang="en-US" sz="1800" kern="1200" dirty="0" smtClean="0">
              <a:solidFill>
                <a:srgbClr val="FF0000"/>
              </a:solidFill>
            </a:rPr>
            <a:t>Java</a:t>
          </a:r>
          <a:endParaRPr lang="en-US" sz="1800" kern="1200" dirty="0">
            <a:solidFill>
              <a:srgbClr val="FF0000"/>
            </a:solidFill>
          </a:endParaRPr>
        </a:p>
      </dsp:txBody>
      <dsp:txXfrm>
        <a:off x="744395" y="1600448"/>
        <a:ext cx="1488789" cy="372197"/>
      </dsp:txXfrm>
    </dsp:sp>
    <dsp:sp modelId="{ECD5E659-A53E-4732-BE4C-578EAFE1C061}">
      <dsp:nvSpPr>
        <dsp:cNvPr id="0" name=""/>
        <dsp:cNvSpPr/>
      </dsp:nvSpPr>
      <dsp:spPr>
        <a:xfrm>
          <a:off x="930493" y="111659"/>
          <a:ext cx="868460" cy="868460"/>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6510" tIns="16510" rIns="16510" bIns="16510" numCol="1" spcCol="1270" anchor="ctr" anchorCtr="0">
          <a:noAutofit/>
        </a:bodyPr>
        <a:lstStyle/>
        <a:p>
          <a:pPr lvl="0" algn="ctr" defTabSz="577850">
            <a:lnSpc>
              <a:spcPct val="90000"/>
            </a:lnSpc>
            <a:spcBef>
              <a:spcPct val="0"/>
            </a:spcBef>
            <a:spcAft>
              <a:spcPct val="35000"/>
            </a:spcAft>
          </a:pPr>
          <a:r>
            <a:rPr lang="en-US" sz="1300" kern="1200" dirty="0" smtClean="0"/>
            <a:t>Method</a:t>
          </a:r>
          <a:endParaRPr lang="en-US" sz="1300" kern="1200" dirty="0"/>
        </a:p>
      </dsp:txBody>
      <dsp:txXfrm>
        <a:off x="1057676" y="238842"/>
        <a:ext cx="614094" cy="614094"/>
      </dsp:txXfrm>
    </dsp:sp>
    <dsp:sp modelId="{C02AD42E-D9C6-4209-9F2B-C422E78A7943}">
      <dsp:nvSpPr>
        <dsp:cNvPr id="0" name=""/>
        <dsp:cNvSpPr/>
      </dsp:nvSpPr>
      <dsp:spPr>
        <a:xfrm>
          <a:off x="620329" y="12406"/>
          <a:ext cx="1736921" cy="1389537"/>
        </a:xfrm>
        <a:prstGeom prst="funnel">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layout2.xml><?xml version="1.0" encoding="utf-8"?>
<dgm:layoutDef xmlns:dgm="http://schemas.openxmlformats.org/drawingml/2006/diagram" xmlns:a="http://schemas.openxmlformats.org/drawingml/2006/main" uniqueId="urn:microsoft.com/office/officeart/2005/8/layout/funnel1">
  <dgm:title val=""/>
  <dgm:desc val=""/>
  <dgm:catLst>
    <dgm:cat type="relationship" pri="2000"/>
    <dgm:cat type="process" pri="27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4"/>
      <dgm:resizeHandles val="exact"/>
    </dgm:varLst>
    <dgm:alg type="composite">
      <dgm:param type="ar" val="1.25"/>
    </dgm:alg>
    <dgm:shape xmlns:r="http://schemas.openxmlformats.org/officeDocument/2006/relationships" r:blip="">
      <dgm:adjLst/>
    </dgm:shape>
    <dgm:presOf/>
    <dgm:choose name="Name1">
      <dgm:if name="Name2" axis="ch" ptType="node" func="cnt" op="equ" val="2">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w" for="ch" forName="item1" refType="w" fact="0.35"/>
          <dgm:constr type="h" for="ch" forName="item1" refType="w" fact="0.35"/>
          <dgm:constr type="t" for="ch" forName="item1" refType="h" fact="0.05"/>
          <dgm:constr type="l" for="ch" forName="item1" refType="w" fact="0.125"/>
          <dgm:constr type="primFontSz" for="ch" forName="item1" op="equ" val="65"/>
          <dgm:constr type="w" for="ch" forName="funnel" refType="w" fact="0.7"/>
          <dgm:constr type="h" for="ch" forName="funnel" refType="h" fact="0.7"/>
          <dgm:constr type="t" for="ch" forName="funnel"/>
          <dgm:constr type="l" for="ch" forName="funnel"/>
        </dgm:constrLst>
      </dgm:if>
      <dgm:else name="Name3">
        <dgm:constrLst>
          <dgm:constr type="w" for="ch" forName="ellipse" refType="w" fact="0.645"/>
          <dgm:constr type="h" for="ch" forName="ellipse" refType="h" fact="0.28"/>
          <dgm:constr type="t" for="ch" forName="ellipse" refType="w" fact="0.0275"/>
          <dgm:constr type="l" for="ch" forName="ellipse" refType="w" fact="0.0265"/>
          <dgm:constr type="w" for="ch" forName="arrow1" refType="w" fact="0.125"/>
          <dgm:constr type="h" for="ch" forName="arrow1" refType="h" fact="0.1"/>
          <dgm:constr type="t" for="ch" forName="arrow1" refType="h" fact="0.72"/>
          <dgm:constr type="l" for="ch" forName="arrow1" refType="w" fact="0.2875"/>
          <dgm:constr type="w" for="ch" forName="rectangle" refType="w" fact="0.6"/>
          <dgm:constr type="h" for="ch" forName="rectangle" refType="w" refFor="ch" refForName="rectangle" fact="0.25"/>
          <dgm:constr type="t" for="ch" forName="rectangle" refType="h" fact="0.8"/>
          <dgm:constr type="l" for="ch" forName="rectangle" refType="w" fact="0.05"/>
          <dgm:constr type="primFontSz" for="ch" forName="rectangle" val="65"/>
          <dgm:constr type="w" for="ch" forName="item1" refType="w" fact="0.225"/>
          <dgm:constr type="h" for="ch" forName="item1" refType="w" fact="0.225"/>
          <dgm:constr type="t" for="ch" forName="item1" refType="h" fact="0.336"/>
          <dgm:constr type="l" for="ch" forName="item1" refType="w" fact="0.261"/>
          <dgm:constr type="primFontSz" for="ch" forName="item1" val="65"/>
          <dgm:constr type="w" for="ch" forName="item2" refType="w" fact="0.225"/>
          <dgm:constr type="h" for="ch" forName="item2" refType="w" fact="0.225"/>
          <dgm:constr type="t" for="ch" forName="item2" refType="h" fact="0.125"/>
          <dgm:constr type="l" for="ch" forName="item2" refType="w" fact="0.1"/>
          <dgm:constr type="primFontSz" for="ch" forName="item2" refType="primFontSz" refFor="ch" refForName="item1" op="equ"/>
          <dgm:constr type="w" for="ch" forName="item3" refType="w" fact="0.225"/>
          <dgm:constr type="h" for="ch" forName="item3" refType="w" fact="0.225"/>
          <dgm:constr type="t" for="ch" forName="item3" refType="h" fact="0.057"/>
          <dgm:constr type="l" for="ch" forName="item3" refType="w" fact="0.33"/>
          <dgm:constr type="primFontSz" for="ch" forName="item3" refType="primFontSz" refFor="ch" refForName="item1" op="equ"/>
          <dgm:constr type="w" for="ch" forName="funnel" refType="w" fact="0.7"/>
          <dgm:constr type="h" for="ch" forName="funnel" refType="h" fact="0.7"/>
          <dgm:constr type="t" for="ch" forName="funnel"/>
          <dgm:constr type="l" for="ch" forName="funnel"/>
        </dgm:constrLst>
      </dgm:else>
    </dgm:choose>
    <dgm:ruleLst/>
    <dgm:choose name="Name4">
      <dgm:if name="Name5" axis="ch" ptType="node" func="cnt" op="gte" val="1">
        <dgm:layoutNode name="ellipse" styleLbl="trBgShp">
          <dgm:alg type="sp"/>
          <dgm:shape xmlns:r="http://schemas.openxmlformats.org/officeDocument/2006/relationships" type="ellipse" r:blip="">
            <dgm:adjLst/>
          </dgm:shape>
          <dgm:presOf/>
          <dgm:constrLst/>
          <dgm:ruleLst/>
        </dgm:layoutNode>
        <dgm:layoutNode name="arrow1" styleLbl="fgShp">
          <dgm:alg type="sp"/>
          <dgm:shape xmlns:r="http://schemas.openxmlformats.org/officeDocument/2006/relationships" type="downArrow" r:blip="">
            <dgm:adjLst/>
          </dgm:shape>
          <dgm:presOf/>
          <dgm:constrLst/>
          <dgm:ruleLst/>
        </dgm:layoutNode>
        <dgm:layoutNode name="rectangle" styleLbl="revTx">
          <dgm:varLst>
            <dgm:bulletEnabled val="1"/>
          </dgm:varLst>
          <dgm:alg type="tx">
            <dgm:param type="txAnchorHorzCh" val="ctr"/>
          </dgm:alg>
          <dgm:shape xmlns:r="http://schemas.openxmlformats.org/officeDocument/2006/relationships" type="rect" r:blip="">
            <dgm:adjLst/>
          </dgm:shape>
          <dgm:choose name="Name6">
            <dgm:if name="Name7" axis="ch" ptType="node" func="cnt" op="equ" val="1">
              <dgm:presOf axis="ch desOrSelf" ptType="node node" st="1 1" cnt="1 0"/>
            </dgm:if>
            <dgm:if name="Name8" axis="ch" ptType="node" func="cnt" op="equ" val="2">
              <dgm:presOf axis="ch desOrSelf" ptType="node node" st="2 1" cnt="1 0"/>
            </dgm:if>
            <dgm:if name="Name9" axis="ch" ptType="node" func="cnt" op="equ" val="3">
              <dgm:presOf axis="ch desOrSelf" ptType="node node" st="3 1" cnt="1 0"/>
            </dgm:if>
            <dgm:else name="Name10">
              <dgm:presOf axis="ch desOrSelf" ptType="node node" st="4 1" cnt="1 0"/>
            </dgm:else>
          </dgm:choose>
          <dgm:constrLst/>
          <dgm:ruleLst>
            <dgm:rule type="primFontSz" val="5" fact="NaN" max="NaN"/>
          </dgm:ruleLst>
        </dgm:layoutNode>
        <dgm:forEach name="Name11" axis="ch" ptType="node" st="2" cnt="1">
          <dgm:layoutNode name="item1" styleLbl="node1">
            <dgm:varLst>
              <dgm:bulletEnabled val="1"/>
            </dgm:varLst>
            <dgm:alg type="tx">
              <dgm:param type="txAnchorVertCh" val="mid"/>
            </dgm:alg>
            <dgm:shape xmlns:r="http://schemas.openxmlformats.org/officeDocument/2006/relationships" type="ellipse" r:blip="">
              <dgm:adjLst/>
            </dgm:shape>
            <dgm:choose name="Name12">
              <dgm:if name="Name13" axis="root ch" ptType="all node" func="cnt" op="equ" val="1">
                <dgm:presOf/>
              </dgm:if>
              <dgm:if name="Name14" axis="root ch" ptType="all node" func="cnt" op="equ" val="2">
                <dgm:presOf axis="root ch desOrSelf" ptType="all node node" st="1 1 1" cnt="0 1 0"/>
              </dgm:if>
              <dgm:if name="Name15" axis="root ch" ptType="all node" func="cnt" op="equ" val="3">
                <dgm:presOf axis="root ch desOrSelf" ptType="all node node" st="1 2 1" cnt="0 1 0"/>
              </dgm:if>
              <dgm:else name="Name16">
                <dgm:presOf axis="root ch desOrSelf" ptType="all node node" st="1 3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17" axis="ch" ptType="node" st="3" cnt="1">
          <dgm:layoutNode name="item2" styleLbl="node1">
            <dgm:varLst>
              <dgm:bulletEnabled val="1"/>
            </dgm:varLst>
            <dgm:alg type="tx">
              <dgm:param type="txAnchorVertCh" val="mid"/>
            </dgm:alg>
            <dgm:shape xmlns:r="http://schemas.openxmlformats.org/officeDocument/2006/relationships" type="ellipse" r:blip="">
              <dgm:adjLst/>
            </dgm:shape>
            <dgm:choose name="Name18">
              <dgm:if name="Name19" axis="root ch" ptType="all node" func="cnt" op="equ" val="1">
                <dgm:presOf/>
              </dgm:if>
              <dgm:if name="Name20" axis="root ch" ptType="all node" func="cnt" op="equ" val="2">
                <dgm:presOf/>
              </dgm:if>
              <dgm:if name="Name21" axis="root ch" ptType="all node" func="cnt" op="equ" val="3">
                <dgm:presOf axis="root ch desOrSelf" ptType="all node node" st="1 1 1" cnt="0 1 0"/>
              </dgm:if>
              <dgm:else name="Name22">
                <dgm:presOf axis="root ch desOrSelf" ptType="all node node" st="1 2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name="Name23" axis="ch" ptType="node" st="4" cnt="1">
          <dgm:layoutNode name="item3" styleLbl="node1">
            <dgm:varLst>
              <dgm:bulletEnabled val="1"/>
            </dgm:varLst>
            <dgm:alg type="tx">
              <dgm:param type="txAnchorVertCh" val="mid"/>
            </dgm:alg>
            <dgm:shape xmlns:r="http://schemas.openxmlformats.org/officeDocument/2006/relationships" type="ellipse" r:blip="">
              <dgm:adjLst/>
            </dgm:shape>
            <dgm:choose name="Name24">
              <dgm:if name="Name25" axis="root ch" ptType="all node" func="cnt" op="equ" val="1">
                <dgm:presOf/>
              </dgm:if>
              <dgm:if name="Name26" axis="root ch" ptType="all node" func="cnt" op="equ" val="2">
                <dgm:presOf/>
              </dgm:if>
              <dgm:if name="Name27" axis="root ch" ptType="all node" func="cnt" op="equ" val="3">
                <dgm:presOf/>
              </dgm:if>
              <dgm:else name="Name28">
                <dgm:presOf axis="root ch desOrSelf" ptType="all node node" st="1 1 1" cnt="0 1 0"/>
              </dgm:else>
            </dgm:choos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layoutNode name="funnel" styleLbl="trAlignAcc1">
          <dgm:alg type="sp"/>
          <dgm:shape xmlns:r="http://schemas.openxmlformats.org/officeDocument/2006/relationships" type="funnel" r:blip="">
            <dgm:adjLst/>
          </dgm:shape>
          <dgm:presOf/>
          <dgm:constrLst/>
          <dgm:ruleLst/>
        </dgm:layoutNode>
      </dgm:if>
      <dgm:else name="Name29"/>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2882" name="Rectangle 2"/>
          <p:cNvSpPr>
            <a:spLocks noGrp="1" noChangeArrowheads="1"/>
          </p:cNvSpPr>
          <p:nvPr>
            <p:ph type="hdr" sz="quarter"/>
          </p:nvPr>
        </p:nvSpPr>
        <p:spPr bwMode="auto">
          <a:xfrm>
            <a:off x="1" y="1"/>
            <a:ext cx="3037466" cy="464180"/>
          </a:xfrm>
          <a:prstGeom prst="rect">
            <a:avLst/>
          </a:prstGeom>
          <a:noFill/>
          <a:ln w="9525">
            <a:noFill/>
            <a:miter lim="800000"/>
            <a:headEnd/>
            <a:tailEnd/>
          </a:ln>
          <a:effectLst/>
        </p:spPr>
        <p:txBody>
          <a:bodyPr vert="horz" wrap="square" lIns="92281" tIns="46140" rIns="92281" bIns="46140" numCol="1" anchor="t" anchorCtr="0" compatLnSpc="1">
            <a:prstTxWarp prst="textNoShape">
              <a:avLst/>
            </a:prstTxWarp>
          </a:bodyPr>
          <a:lstStyle>
            <a:lvl1pPr>
              <a:defRPr sz="1200"/>
            </a:lvl1pPr>
          </a:lstStyle>
          <a:p>
            <a:pPr>
              <a:defRPr/>
            </a:pPr>
            <a:endParaRPr lang="en-US" dirty="0"/>
          </a:p>
        </p:txBody>
      </p:sp>
      <p:sp>
        <p:nvSpPr>
          <p:cNvPr id="122883" name="Rectangle 3"/>
          <p:cNvSpPr>
            <a:spLocks noGrp="1" noChangeArrowheads="1"/>
          </p:cNvSpPr>
          <p:nvPr>
            <p:ph type="dt" sz="quarter" idx="1"/>
          </p:nvPr>
        </p:nvSpPr>
        <p:spPr bwMode="auto">
          <a:xfrm>
            <a:off x="3971331" y="1"/>
            <a:ext cx="3037465" cy="464180"/>
          </a:xfrm>
          <a:prstGeom prst="rect">
            <a:avLst/>
          </a:prstGeom>
          <a:noFill/>
          <a:ln w="9525">
            <a:noFill/>
            <a:miter lim="800000"/>
            <a:headEnd/>
            <a:tailEnd/>
          </a:ln>
          <a:effectLst/>
        </p:spPr>
        <p:txBody>
          <a:bodyPr vert="horz" wrap="square" lIns="92281" tIns="46140" rIns="92281" bIns="46140" numCol="1" anchor="t" anchorCtr="0" compatLnSpc="1">
            <a:prstTxWarp prst="textNoShape">
              <a:avLst/>
            </a:prstTxWarp>
          </a:bodyPr>
          <a:lstStyle>
            <a:lvl1pPr algn="r">
              <a:defRPr sz="1200"/>
            </a:lvl1pPr>
          </a:lstStyle>
          <a:p>
            <a:pPr>
              <a:defRPr/>
            </a:pPr>
            <a:endParaRPr lang="en-US" dirty="0"/>
          </a:p>
        </p:txBody>
      </p:sp>
      <p:sp>
        <p:nvSpPr>
          <p:cNvPr id="122884" name="Rectangle 4"/>
          <p:cNvSpPr>
            <a:spLocks noGrp="1" noChangeArrowheads="1"/>
          </p:cNvSpPr>
          <p:nvPr>
            <p:ph type="ftr" sz="quarter" idx="2"/>
          </p:nvPr>
        </p:nvSpPr>
        <p:spPr bwMode="auto">
          <a:xfrm>
            <a:off x="1" y="8830620"/>
            <a:ext cx="3037466" cy="464180"/>
          </a:xfrm>
          <a:prstGeom prst="rect">
            <a:avLst/>
          </a:prstGeom>
          <a:noFill/>
          <a:ln w="9525">
            <a:noFill/>
            <a:miter lim="800000"/>
            <a:headEnd/>
            <a:tailEnd/>
          </a:ln>
          <a:effectLst/>
        </p:spPr>
        <p:txBody>
          <a:bodyPr vert="horz" wrap="square" lIns="92281" tIns="46140" rIns="92281" bIns="46140" numCol="1" anchor="b" anchorCtr="0" compatLnSpc="1">
            <a:prstTxWarp prst="textNoShape">
              <a:avLst/>
            </a:prstTxWarp>
          </a:bodyPr>
          <a:lstStyle>
            <a:lvl1pPr>
              <a:defRPr sz="1200"/>
            </a:lvl1pPr>
          </a:lstStyle>
          <a:p>
            <a:pPr>
              <a:defRPr/>
            </a:pPr>
            <a:endParaRPr lang="en-US" dirty="0"/>
          </a:p>
        </p:txBody>
      </p:sp>
      <p:sp>
        <p:nvSpPr>
          <p:cNvPr id="122885" name="Rectangle 5"/>
          <p:cNvSpPr>
            <a:spLocks noGrp="1" noChangeArrowheads="1"/>
          </p:cNvSpPr>
          <p:nvPr>
            <p:ph type="sldNum" sz="quarter" idx="3"/>
          </p:nvPr>
        </p:nvSpPr>
        <p:spPr bwMode="auto">
          <a:xfrm>
            <a:off x="3971331" y="8830620"/>
            <a:ext cx="3037465" cy="464180"/>
          </a:xfrm>
          <a:prstGeom prst="rect">
            <a:avLst/>
          </a:prstGeom>
          <a:noFill/>
          <a:ln w="9525">
            <a:noFill/>
            <a:miter lim="800000"/>
            <a:headEnd/>
            <a:tailEnd/>
          </a:ln>
          <a:effectLst/>
        </p:spPr>
        <p:txBody>
          <a:bodyPr vert="horz" wrap="square" lIns="92281" tIns="46140" rIns="92281" bIns="46140" numCol="1" anchor="b" anchorCtr="0" compatLnSpc="1">
            <a:prstTxWarp prst="textNoShape">
              <a:avLst/>
            </a:prstTxWarp>
          </a:bodyPr>
          <a:lstStyle>
            <a:lvl1pPr algn="r">
              <a:defRPr sz="1200"/>
            </a:lvl1pPr>
          </a:lstStyle>
          <a:p>
            <a:pPr>
              <a:defRPr/>
            </a:pPr>
            <a:fld id="{8D56EAE8-38CB-4EE5-8A34-F5F49B68F2DE}" type="slidenum">
              <a:rPr lang="en-US"/>
              <a:pPr>
                <a:defRPr/>
              </a:pPr>
              <a:t>‹#›</a:t>
            </a:fld>
            <a:endParaRPr lang="en-US" dirty="0"/>
          </a:p>
        </p:txBody>
      </p:sp>
    </p:spTree>
    <p:extLst>
      <p:ext uri="{BB962C8B-B14F-4D97-AF65-F5344CB8AC3E}">
        <p14:creationId xmlns:p14="http://schemas.microsoft.com/office/powerpoint/2010/main" val="372300793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1858" name="Rectangle 2"/>
          <p:cNvSpPr>
            <a:spLocks noGrp="1" noChangeArrowheads="1"/>
          </p:cNvSpPr>
          <p:nvPr>
            <p:ph type="hdr" sz="quarter"/>
          </p:nvPr>
        </p:nvSpPr>
        <p:spPr bwMode="auto">
          <a:xfrm>
            <a:off x="1" y="1"/>
            <a:ext cx="3037466" cy="464180"/>
          </a:xfrm>
          <a:prstGeom prst="rect">
            <a:avLst/>
          </a:prstGeom>
          <a:noFill/>
          <a:ln w="9525">
            <a:noFill/>
            <a:miter lim="800000"/>
            <a:headEnd/>
            <a:tailEnd/>
          </a:ln>
          <a:effectLst/>
        </p:spPr>
        <p:txBody>
          <a:bodyPr vert="horz" wrap="square" lIns="92281" tIns="46140" rIns="92281" bIns="46140" numCol="1" anchor="t" anchorCtr="0" compatLnSpc="1">
            <a:prstTxWarp prst="textNoShape">
              <a:avLst/>
            </a:prstTxWarp>
          </a:bodyPr>
          <a:lstStyle>
            <a:lvl1pPr>
              <a:defRPr sz="1200"/>
            </a:lvl1pPr>
          </a:lstStyle>
          <a:p>
            <a:pPr>
              <a:defRPr/>
            </a:pPr>
            <a:endParaRPr lang="en-US" dirty="0"/>
          </a:p>
        </p:txBody>
      </p:sp>
      <p:sp>
        <p:nvSpPr>
          <p:cNvPr id="121859" name="Rectangle 3"/>
          <p:cNvSpPr>
            <a:spLocks noGrp="1" noChangeArrowheads="1"/>
          </p:cNvSpPr>
          <p:nvPr>
            <p:ph type="dt" idx="1"/>
          </p:nvPr>
        </p:nvSpPr>
        <p:spPr bwMode="auto">
          <a:xfrm>
            <a:off x="3971331" y="1"/>
            <a:ext cx="3037465" cy="464180"/>
          </a:xfrm>
          <a:prstGeom prst="rect">
            <a:avLst/>
          </a:prstGeom>
          <a:noFill/>
          <a:ln w="9525">
            <a:noFill/>
            <a:miter lim="800000"/>
            <a:headEnd/>
            <a:tailEnd/>
          </a:ln>
          <a:effectLst/>
        </p:spPr>
        <p:txBody>
          <a:bodyPr vert="horz" wrap="square" lIns="92281" tIns="46140" rIns="92281" bIns="46140" numCol="1" anchor="t" anchorCtr="0" compatLnSpc="1">
            <a:prstTxWarp prst="textNoShape">
              <a:avLst/>
            </a:prstTxWarp>
          </a:bodyPr>
          <a:lstStyle>
            <a:lvl1pPr algn="r">
              <a:defRPr sz="1200"/>
            </a:lvl1pPr>
          </a:lstStyle>
          <a:p>
            <a:pPr>
              <a:defRPr/>
            </a:pPr>
            <a:endParaRPr lang="en-US" dirty="0"/>
          </a:p>
        </p:txBody>
      </p:sp>
      <p:sp>
        <p:nvSpPr>
          <p:cNvPr id="14340" name="Rectangle 4"/>
          <p:cNvSpPr>
            <a:spLocks noGrp="1" noRot="1" noChangeAspect="1" noChangeArrowheads="1" noTextEdit="1"/>
          </p:cNvSpPr>
          <p:nvPr>
            <p:ph type="sldImg" idx="2"/>
          </p:nvPr>
        </p:nvSpPr>
        <p:spPr bwMode="auto">
          <a:xfrm>
            <a:off x="406400" y="696913"/>
            <a:ext cx="6197600" cy="3486150"/>
          </a:xfrm>
          <a:prstGeom prst="rect">
            <a:avLst/>
          </a:prstGeom>
          <a:noFill/>
          <a:ln w="9525">
            <a:solidFill>
              <a:srgbClr val="000000"/>
            </a:solidFill>
            <a:miter lim="800000"/>
            <a:headEnd/>
            <a:tailEnd/>
          </a:ln>
        </p:spPr>
      </p:sp>
      <p:sp>
        <p:nvSpPr>
          <p:cNvPr id="121861" name="Rectangle 5"/>
          <p:cNvSpPr>
            <a:spLocks noGrp="1" noChangeArrowheads="1"/>
          </p:cNvSpPr>
          <p:nvPr>
            <p:ph type="body" sz="quarter" idx="3"/>
          </p:nvPr>
        </p:nvSpPr>
        <p:spPr bwMode="auto">
          <a:xfrm>
            <a:off x="701202" y="4416113"/>
            <a:ext cx="5607998" cy="4182419"/>
          </a:xfrm>
          <a:prstGeom prst="rect">
            <a:avLst/>
          </a:prstGeom>
          <a:noFill/>
          <a:ln w="9525">
            <a:noFill/>
            <a:miter lim="800000"/>
            <a:headEnd/>
            <a:tailEnd/>
          </a:ln>
          <a:effectLst/>
        </p:spPr>
        <p:txBody>
          <a:bodyPr vert="horz" wrap="square" lIns="92281" tIns="46140" rIns="92281" bIns="4614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121862" name="Rectangle 6"/>
          <p:cNvSpPr>
            <a:spLocks noGrp="1" noChangeArrowheads="1"/>
          </p:cNvSpPr>
          <p:nvPr>
            <p:ph type="ftr" sz="quarter" idx="4"/>
          </p:nvPr>
        </p:nvSpPr>
        <p:spPr bwMode="auto">
          <a:xfrm>
            <a:off x="1" y="8830620"/>
            <a:ext cx="3037466" cy="464180"/>
          </a:xfrm>
          <a:prstGeom prst="rect">
            <a:avLst/>
          </a:prstGeom>
          <a:noFill/>
          <a:ln w="9525">
            <a:noFill/>
            <a:miter lim="800000"/>
            <a:headEnd/>
            <a:tailEnd/>
          </a:ln>
          <a:effectLst/>
        </p:spPr>
        <p:txBody>
          <a:bodyPr vert="horz" wrap="square" lIns="92281" tIns="46140" rIns="92281" bIns="46140" numCol="1" anchor="b" anchorCtr="0" compatLnSpc="1">
            <a:prstTxWarp prst="textNoShape">
              <a:avLst/>
            </a:prstTxWarp>
          </a:bodyPr>
          <a:lstStyle>
            <a:lvl1pPr>
              <a:defRPr sz="1200"/>
            </a:lvl1pPr>
          </a:lstStyle>
          <a:p>
            <a:pPr>
              <a:defRPr/>
            </a:pPr>
            <a:endParaRPr lang="en-US" dirty="0"/>
          </a:p>
        </p:txBody>
      </p:sp>
      <p:sp>
        <p:nvSpPr>
          <p:cNvPr id="121863" name="Rectangle 7"/>
          <p:cNvSpPr>
            <a:spLocks noGrp="1" noChangeArrowheads="1"/>
          </p:cNvSpPr>
          <p:nvPr>
            <p:ph type="sldNum" sz="quarter" idx="5"/>
          </p:nvPr>
        </p:nvSpPr>
        <p:spPr bwMode="auto">
          <a:xfrm>
            <a:off x="3971331" y="8830620"/>
            <a:ext cx="3037465" cy="464180"/>
          </a:xfrm>
          <a:prstGeom prst="rect">
            <a:avLst/>
          </a:prstGeom>
          <a:noFill/>
          <a:ln w="9525">
            <a:noFill/>
            <a:miter lim="800000"/>
            <a:headEnd/>
            <a:tailEnd/>
          </a:ln>
          <a:effectLst/>
        </p:spPr>
        <p:txBody>
          <a:bodyPr vert="horz" wrap="square" lIns="92281" tIns="46140" rIns="92281" bIns="46140" numCol="1" anchor="b" anchorCtr="0" compatLnSpc="1">
            <a:prstTxWarp prst="textNoShape">
              <a:avLst/>
            </a:prstTxWarp>
          </a:bodyPr>
          <a:lstStyle>
            <a:lvl1pPr algn="r">
              <a:defRPr sz="1200"/>
            </a:lvl1pPr>
          </a:lstStyle>
          <a:p>
            <a:pPr>
              <a:defRPr/>
            </a:pPr>
            <a:fld id="{BED2394B-E06C-4DC9-BCC2-551C3DED9AAD}" type="slidenum">
              <a:rPr lang="en-US"/>
              <a:pPr>
                <a:defRPr/>
              </a:pPr>
              <a:t>‹#›</a:t>
            </a:fld>
            <a:endParaRPr lang="en-US" dirty="0"/>
          </a:p>
        </p:txBody>
      </p:sp>
    </p:spTree>
    <p:extLst>
      <p:ext uri="{BB962C8B-B14F-4D97-AF65-F5344CB8AC3E}">
        <p14:creationId xmlns:p14="http://schemas.microsoft.com/office/powerpoint/2010/main" val="374703543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000" kern="1200">
        <a:solidFill>
          <a:schemeClr val="tx1"/>
        </a:solidFill>
        <a:latin typeface="Arial" charset="0"/>
        <a:ea typeface="+mn-ea"/>
        <a:cs typeface="+mn-cs"/>
      </a:defRPr>
    </a:lvl1pPr>
    <a:lvl2pPr marL="380895" algn="l" rtl="0" eaLnBrk="0" fontAlgn="base" hangingPunct="0">
      <a:spcBef>
        <a:spcPct val="30000"/>
      </a:spcBef>
      <a:spcAft>
        <a:spcPct val="0"/>
      </a:spcAft>
      <a:defRPr sz="1000" kern="1200">
        <a:solidFill>
          <a:schemeClr val="tx1"/>
        </a:solidFill>
        <a:latin typeface="Arial" charset="0"/>
        <a:ea typeface="+mn-ea"/>
        <a:cs typeface="+mn-cs"/>
      </a:defRPr>
    </a:lvl2pPr>
    <a:lvl3pPr marL="761790" algn="l" rtl="0" eaLnBrk="0" fontAlgn="base" hangingPunct="0">
      <a:spcBef>
        <a:spcPct val="30000"/>
      </a:spcBef>
      <a:spcAft>
        <a:spcPct val="0"/>
      </a:spcAft>
      <a:defRPr sz="1000" kern="1200">
        <a:solidFill>
          <a:schemeClr val="tx1"/>
        </a:solidFill>
        <a:latin typeface="Arial" charset="0"/>
        <a:ea typeface="+mn-ea"/>
        <a:cs typeface="+mn-cs"/>
      </a:defRPr>
    </a:lvl3pPr>
    <a:lvl4pPr marL="1142683" algn="l" rtl="0" eaLnBrk="0" fontAlgn="base" hangingPunct="0">
      <a:spcBef>
        <a:spcPct val="30000"/>
      </a:spcBef>
      <a:spcAft>
        <a:spcPct val="0"/>
      </a:spcAft>
      <a:defRPr sz="1000" kern="1200">
        <a:solidFill>
          <a:schemeClr val="tx1"/>
        </a:solidFill>
        <a:latin typeface="Arial" charset="0"/>
        <a:ea typeface="+mn-ea"/>
        <a:cs typeface="+mn-cs"/>
      </a:defRPr>
    </a:lvl4pPr>
    <a:lvl5pPr marL="1523573" algn="l" rtl="0" eaLnBrk="0" fontAlgn="base" hangingPunct="0">
      <a:spcBef>
        <a:spcPct val="30000"/>
      </a:spcBef>
      <a:spcAft>
        <a:spcPct val="0"/>
      </a:spcAft>
      <a:defRPr sz="1000" kern="1200">
        <a:solidFill>
          <a:schemeClr val="tx1"/>
        </a:solidFill>
        <a:latin typeface="Arial" charset="0"/>
        <a:ea typeface="+mn-ea"/>
        <a:cs typeface="+mn-cs"/>
      </a:defRPr>
    </a:lvl5pPr>
    <a:lvl6pPr marL="1904467" algn="l" defTabSz="761790" rtl="0" eaLnBrk="1" latinLnBrk="0" hangingPunct="1">
      <a:defRPr sz="1000" kern="1200">
        <a:solidFill>
          <a:schemeClr val="tx1"/>
        </a:solidFill>
        <a:latin typeface="+mn-lt"/>
        <a:ea typeface="+mn-ea"/>
        <a:cs typeface="+mn-cs"/>
      </a:defRPr>
    </a:lvl6pPr>
    <a:lvl7pPr marL="2285362" algn="l" defTabSz="761790" rtl="0" eaLnBrk="1" latinLnBrk="0" hangingPunct="1">
      <a:defRPr sz="1000" kern="1200">
        <a:solidFill>
          <a:schemeClr val="tx1"/>
        </a:solidFill>
        <a:latin typeface="+mn-lt"/>
        <a:ea typeface="+mn-ea"/>
        <a:cs typeface="+mn-cs"/>
      </a:defRPr>
    </a:lvl7pPr>
    <a:lvl8pPr marL="2666253" algn="l" defTabSz="761790" rtl="0" eaLnBrk="1" latinLnBrk="0" hangingPunct="1">
      <a:defRPr sz="1000" kern="1200">
        <a:solidFill>
          <a:schemeClr val="tx1"/>
        </a:solidFill>
        <a:latin typeface="+mn-lt"/>
        <a:ea typeface="+mn-ea"/>
        <a:cs typeface="+mn-cs"/>
      </a:defRPr>
    </a:lvl8pPr>
    <a:lvl9pPr marL="3047146" algn="l" defTabSz="761790" rtl="0" eaLnBrk="1" latinLnBrk="0" hangingPunct="1">
      <a:defRPr sz="10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2882A8-505A-4B1A-A81A-4EF28D193D89}" type="slidenum">
              <a:rPr lang="en-US" smtClean="0"/>
              <a:t>2</a:t>
            </a:fld>
            <a:endParaRPr lang="en-US"/>
          </a:p>
        </p:txBody>
      </p:sp>
    </p:spTree>
    <p:extLst>
      <p:ext uri="{BB962C8B-B14F-4D97-AF65-F5344CB8AC3E}">
        <p14:creationId xmlns:p14="http://schemas.microsoft.com/office/powerpoint/2010/main" val="7802154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2882A8-505A-4B1A-A81A-4EF28D193D89}" type="slidenum">
              <a:rPr lang="en-US" smtClean="0"/>
              <a:t>3</a:t>
            </a:fld>
            <a:endParaRPr lang="en-US"/>
          </a:p>
        </p:txBody>
      </p:sp>
    </p:spTree>
    <p:extLst>
      <p:ext uri="{BB962C8B-B14F-4D97-AF65-F5344CB8AC3E}">
        <p14:creationId xmlns:p14="http://schemas.microsoft.com/office/powerpoint/2010/main" val="780215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2882A8-505A-4B1A-A81A-4EF28D193D89}" type="slidenum">
              <a:rPr lang="en-US" smtClean="0"/>
              <a:t>4</a:t>
            </a:fld>
            <a:endParaRPr lang="en-US"/>
          </a:p>
        </p:txBody>
      </p:sp>
    </p:spTree>
    <p:extLst>
      <p:ext uri="{BB962C8B-B14F-4D97-AF65-F5344CB8AC3E}">
        <p14:creationId xmlns:p14="http://schemas.microsoft.com/office/powerpoint/2010/main" val="780215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2882A8-505A-4B1A-A81A-4EF28D193D89}" type="slidenum">
              <a:rPr lang="en-US" smtClean="0"/>
              <a:t>5</a:t>
            </a:fld>
            <a:endParaRPr lang="en-US"/>
          </a:p>
        </p:txBody>
      </p:sp>
    </p:spTree>
    <p:extLst>
      <p:ext uri="{BB962C8B-B14F-4D97-AF65-F5344CB8AC3E}">
        <p14:creationId xmlns:p14="http://schemas.microsoft.com/office/powerpoint/2010/main" val="780215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2882A8-505A-4B1A-A81A-4EF28D193D89}" type="slidenum">
              <a:rPr lang="en-US" smtClean="0"/>
              <a:t>6</a:t>
            </a:fld>
            <a:endParaRPr lang="en-US"/>
          </a:p>
        </p:txBody>
      </p:sp>
    </p:spTree>
    <p:extLst>
      <p:ext uri="{BB962C8B-B14F-4D97-AF65-F5344CB8AC3E}">
        <p14:creationId xmlns:p14="http://schemas.microsoft.com/office/powerpoint/2010/main" val="78021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2882A8-505A-4B1A-A81A-4EF28D193D89}" type="slidenum">
              <a:rPr lang="en-US" smtClean="0"/>
              <a:t>7</a:t>
            </a:fld>
            <a:endParaRPr lang="en-US"/>
          </a:p>
        </p:txBody>
      </p:sp>
    </p:spTree>
    <p:extLst>
      <p:ext uri="{BB962C8B-B14F-4D97-AF65-F5344CB8AC3E}">
        <p14:creationId xmlns:p14="http://schemas.microsoft.com/office/powerpoint/2010/main" val="780215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2882A8-505A-4B1A-A81A-4EF28D193D89}" type="slidenum">
              <a:rPr lang="en-US" smtClean="0"/>
              <a:t>8</a:t>
            </a:fld>
            <a:endParaRPr lang="en-US"/>
          </a:p>
        </p:txBody>
      </p:sp>
    </p:spTree>
    <p:extLst>
      <p:ext uri="{BB962C8B-B14F-4D97-AF65-F5344CB8AC3E}">
        <p14:creationId xmlns:p14="http://schemas.microsoft.com/office/powerpoint/2010/main" val="780215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2882A8-505A-4B1A-A81A-4EF28D193D89}" type="slidenum">
              <a:rPr lang="en-US" smtClean="0"/>
              <a:t>9</a:t>
            </a:fld>
            <a:endParaRPr lang="en-US"/>
          </a:p>
        </p:txBody>
      </p:sp>
    </p:spTree>
    <p:extLst>
      <p:ext uri="{BB962C8B-B14F-4D97-AF65-F5344CB8AC3E}">
        <p14:creationId xmlns:p14="http://schemas.microsoft.com/office/powerpoint/2010/main" val="780215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2882A8-505A-4B1A-A81A-4EF28D193D89}" type="slidenum">
              <a:rPr lang="en-US" smtClean="0"/>
              <a:t>10</a:t>
            </a:fld>
            <a:endParaRPr lang="en-US"/>
          </a:p>
        </p:txBody>
      </p:sp>
    </p:spTree>
    <p:extLst>
      <p:ext uri="{BB962C8B-B14F-4D97-AF65-F5344CB8AC3E}">
        <p14:creationId xmlns:p14="http://schemas.microsoft.com/office/powerpoint/2010/main" val="780215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2882A8-505A-4B1A-A81A-4EF28D193D89}" type="slidenum">
              <a:rPr lang="en-US" smtClean="0"/>
              <a:t>11</a:t>
            </a:fld>
            <a:endParaRPr lang="en-US"/>
          </a:p>
        </p:txBody>
      </p:sp>
    </p:spTree>
    <p:extLst>
      <p:ext uri="{BB962C8B-B14F-4D97-AF65-F5344CB8AC3E}">
        <p14:creationId xmlns:p14="http://schemas.microsoft.com/office/powerpoint/2010/main" val="780215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2882A8-505A-4B1A-A81A-4EF28D193D89}" type="slidenum">
              <a:rPr lang="en-US" smtClean="0"/>
              <a:t>12</a:t>
            </a:fld>
            <a:endParaRPr lang="en-US"/>
          </a:p>
        </p:txBody>
      </p:sp>
    </p:spTree>
    <p:extLst>
      <p:ext uri="{BB962C8B-B14F-4D97-AF65-F5344CB8AC3E}">
        <p14:creationId xmlns:p14="http://schemas.microsoft.com/office/powerpoint/2010/main" val="78021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6400" y="696913"/>
            <a:ext cx="6197600" cy="34861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02882A8-505A-4B1A-A81A-4EF28D193D89}" type="slidenum">
              <a:rPr lang="en-US" smtClean="0"/>
              <a:t>13</a:t>
            </a:fld>
            <a:endParaRPr lang="en-US"/>
          </a:p>
        </p:txBody>
      </p:sp>
    </p:spTree>
    <p:extLst>
      <p:ext uri="{BB962C8B-B14F-4D97-AF65-F5344CB8AC3E}">
        <p14:creationId xmlns:p14="http://schemas.microsoft.com/office/powerpoint/2010/main" val="780215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4_Title Slide">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42900" y="2818041"/>
            <a:ext cx="4604052" cy="819604"/>
          </a:xfrm>
        </p:spPr>
        <p:txBody>
          <a:bodyPr anchor="t"/>
          <a:lstStyle>
            <a:lvl1pPr>
              <a:defRPr sz="3500">
                <a:solidFill>
                  <a:schemeClr val="tx1"/>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3635974"/>
            <a:ext cx="8458200" cy="555059"/>
          </a:xfrm>
          <a:ln/>
        </p:spPr>
        <p:txBody>
          <a:bodyPr/>
          <a:lstStyle>
            <a:lvl1pPr marL="0" indent="0">
              <a:buFontTx/>
              <a:buNone/>
              <a:defRPr b="1">
                <a:solidFill>
                  <a:schemeClr val="bg1">
                    <a:lumMod val="65000"/>
                  </a:schemeClr>
                </a:solidFill>
              </a:defRPr>
            </a:lvl1pPr>
          </a:lstStyle>
          <a:p>
            <a:r>
              <a:rPr lang="en-US" dirty="0"/>
              <a:t>Click to edit Master subtitle style</a:t>
            </a:r>
          </a:p>
        </p:txBody>
      </p:sp>
      <p:sp>
        <p:nvSpPr>
          <p:cNvPr id="9" name="Text Box 31"/>
          <p:cNvSpPr txBox="1">
            <a:spLocks noChangeArrowheads="1"/>
          </p:cNvSpPr>
          <p:nvPr userDrawn="1"/>
        </p:nvSpPr>
        <p:spPr bwMode="auto">
          <a:xfrm>
            <a:off x="400812" y="4831136"/>
            <a:ext cx="2533650" cy="215444"/>
          </a:xfrm>
          <a:prstGeom prst="rect">
            <a:avLst/>
          </a:prstGeom>
          <a:noFill/>
          <a:ln w="9525">
            <a:noFill/>
            <a:miter lim="800000"/>
            <a:headEnd/>
            <a:tailEnd/>
          </a:ln>
          <a:effectLst/>
        </p:spPr>
        <p:txBody>
          <a:bodyPr>
            <a:spAutoFit/>
          </a:bodyPr>
          <a:lstStyle/>
          <a:p>
            <a:pPr>
              <a:spcBef>
                <a:spcPct val="50000"/>
              </a:spcBef>
              <a:defRPr/>
            </a:pPr>
            <a:r>
              <a:rPr lang="en-US" sz="800" dirty="0">
                <a:solidFill>
                  <a:srgbClr val="000000"/>
                </a:solidFill>
                <a:cs typeface="Arial" charset="0"/>
              </a:rPr>
              <a:t>TI </a:t>
            </a:r>
            <a:r>
              <a:rPr lang="en-US" sz="800" dirty="0" smtClean="0">
                <a:solidFill>
                  <a:srgbClr val="000000"/>
                </a:solidFill>
                <a:cs typeface="Arial" charset="0"/>
              </a:rPr>
              <a:t>Information – Selective Disclosure</a:t>
            </a:r>
            <a:endParaRPr lang="en-US" sz="800" dirty="0">
              <a:solidFill>
                <a:srgbClr val="000000"/>
              </a:solidFill>
              <a:cs typeface="Arial" charset="0"/>
            </a:endParaRPr>
          </a:p>
        </p:txBody>
      </p:sp>
      <p:pic>
        <p:nvPicPr>
          <p:cNvPr id="3" name="Picture 2"/>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7" name="TextBox 6"/>
          <p:cNvSpPr txBox="1"/>
          <p:nvPr userDrawn="1"/>
        </p:nvSpPr>
        <p:spPr>
          <a:xfrm>
            <a:off x="4924926" y="537486"/>
            <a:ext cx="1233858" cy="523220"/>
          </a:xfrm>
          <a:prstGeom prst="rect">
            <a:avLst/>
          </a:prstGeom>
          <a:solidFill>
            <a:schemeClr val="bg1"/>
          </a:solidFill>
        </p:spPr>
        <p:txBody>
          <a:bodyPr wrap="square" rtlCol="0">
            <a:spAutoFit/>
          </a:bodyPr>
          <a:lstStyle/>
          <a:p>
            <a:pPr algn="r" fontAlgn="auto">
              <a:spcBef>
                <a:spcPts val="0"/>
              </a:spcBef>
              <a:spcAft>
                <a:spcPts val="0"/>
              </a:spcAft>
            </a:pPr>
            <a:r>
              <a:rPr lang="en-US" sz="2800" b="1" dirty="0" smtClean="0">
                <a:solidFill>
                  <a:srgbClr val="000000"/>
                </a:solidFill>
                <a:latin typeface="Arial Black" panose="020B0A04020102020204" pitchFamily="34" charset="0"/>
                <a:cs typeface="Arial" charset="0"/>
              </a:rPr>
              <a:t>2016</a:t>
            </a:r>
          </a:p>
        </p:txBody>
      </p:sp>
    </p:spTree>
    <p:extLst>
      <p:ext uri="{BB962C8B-B14F-4D97-AF65-F5344CB8AC3E}">
        <p14:creationId xmlns:p14="http://schemas.microsoft.com/office/powerpoint/2010/main" val="3112577508"/>
      </p:ext>
    </p:extLst>
  </p:cSld>
  <p:clrMapOvr>
    <a:overrideClrMapping bg1="lt1" tx1="dk1" bg2="lt2" tx2="dk2" accent1="accent1" accent2="accent2" accent3="accent3" accent4="accent4" accent5="accent5" accent6="accent6" hlink="hlink" folHlink="folHlink"/>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342900" y="1457366"/>
            <a:ext cx="8458200" cy="1102519"/>
          </a:xfrm>
        </p:spPr>
        <p:txBody>
          <a:bodyPr/>
          <a:lstStyle>
            <a:lvl1pPr>
              <a:defRPr sz="40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6"/>
            <a:ext cx="8458200" cy="1114425"/>
          </a:xfrm>
          <a:ln/>
        </p:spPr>
        <p:txBody>
          <a:bodyPr/>
          <a:lstStyle>
            <a:lvl1pPr marL="0" indent="0">
              <a:buFontTx/>
              <a:buNone/>
              <a:defRPr b="1"/>
            </a:lvl1pPr>
          </a:lstStyle>
          <a:p>
            <a:r>
              <a:rPr lang="en-US"/>
              <a:t>Click to edit Master subtitle style</a:t>
            </a:r>
          </a:p>
        </p:txBody>
      </p:sp>
      <p:sp>
        <p:nvSpPr>
          <p:cNvPr id="4" name="Rectangle 24"/>
          <p:cNvSpPr>
            <a:spLocks noGrp="1" noChangeArrowheads="1"/>
          </p:cNvSpPr>
          <p:nvPr>
            <p:ph type="sldNum" sz="quarter" idx="10"/>
          </p:nvPr>
        </p:nvSpPr>
        <p:spPr>
          <a:xfrm>
            <a:off x="6642100" y="4529179"/>
            <a:ext cx="2133600" cy="154781"/>
          </a:xfrm>
        </p:spPr>
        <p:txBody>
          <a:bodyPr/>
          <a:lstStyle>
            <a:lvl1pPr>
              <a:defRPr/>
            </a:lvl1pPr>
          </a:lstStyle>
          <a:p>
            <a:fld id="{B1006088-BF21-4FD5-870B-675EAADE47BD}"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37146829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2_Title Slide">
    <p:spTree>
      <p:nvGrpSpPr>
        <p:cNvPr id="1" name=""/>
        <p:cNvGrpSpPr/>
        <p:nvPr/>
      </p:nvGrpSpPr>
      <p:grpSpPr>
        <a:xfrm>
          <a:off x="0" y="0"/>
          <a:ext cx="0" cy="0"/>
          <a:chOff x="0" y="0"/>
          <a:chExt cx="0" cy="0"/>
        </a:xfrm>
      </p:grpSpPr>
      <p:pic>
        <p:nvPicPr>
          <p:cNvPr id="4" name="Picture 6" descr="selected_powerpoint_bg_2.jpg"/>
          <p:cNvPicPr>
            <a:picLocks noChangeAspect="1"/>
          </p:cNvPicPr>
          <p:nvPr userDrawn="1"/>
        </p:nvPicPr>
        <p:blipFill>
          <a:blip r:embed="rId2" cstate="print"/>
          <a:srcRect/>
          <a:stretch>
            <a:fillRect/>
          </a:stretch>
        </p:blipFill>
        <p:spPr bwMode="auto">
          <a:xfrm>
            <a:off x="0" y="0"/>
            <a:ext cx="9144000" cy="5143500"/>
          </a:xfrm>
          <a:prstGeom prst="rect">
            <a:avLst/>
          </a:prstGeom>
          <a:noFill/>
          <a:ln w="9525">
            <a:noFill/>
            <a:miter lim="800000"/>
            <a:headEnd/>
            <a:tailEnd/>
          </a:ln>
        </p:spPr>
      </p:pic>
      <p:sp>
        <p:nvSpPr>
          <p:cNvPr id="13" name="Rectangle 12"/>
          <p:cNvSpPr/>
          <p:nvPr userDrawn="1"/>
        </p:nvSpPr>
        <p:spPr>
          <a:xfrm>
            <a:off x="83" y="4741069"/>
            <a:ext cx="8810625" cy="349758"/>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pic>
        <p:nvPicPr>
          <p:cNvPr id="10" name="Picture 27" descr="ti_logo_powerpoint_1_line.png"/>
          <p:cNvPicPr>
            <a:picLocks noChangeAspect="1"/>
          </p:cNvPicPr>
          <p:nvPr userDrawn="1"/>
        </p:nvPicPr>
        <p:blipFill>
          <a:blip r:embed="rId3" cstate="print"/>
          <a:srcRect/>
          <a:stretch>
            <a:fillRect/>
          </a:stretch>
        </p:blipFill>
        <p:spPr bwMode="auto">
          <a:xfrm>
            <a:off x="6675448" y="4830408"/>
            <a:ext cx="1874837" cy="173831"/>
          </a:xfrm>
          <a:prstGeom prst="rect">
            <a:avLst/>
          </a:prstGeom>
          <a:noFill/>
          <a:ln w="9525">
            <a:noFill/>
            <a:miter lim="800000"/>
            <a:headEnd/>
            <a:tailEnd/>
          </a:ln>
        </p:spPr>
      </p:pic>
      <p:sp>
        <p:nvSpPr>
          <p:cNvPr id="3074" name="Rectangle 2"/>
          <p:cNvSpPr>
            <a:spLocks noGrp="1" noChangeArrowheads="1"/>
          </p:cNvSpPr>
          <p:nvPr>
            <p:ph type="ctrTitle"/>
          </p:nvPr>
        </p:nvSpPr>
        <p:spPr>
          <a:xfrm>
            <a:off x="342900" y="1457366"/>
            <a:ext cx="8458200" cy="1102519"/>
          </a:xfrm>
        </p:spPr>
        <p:txBody>
          <a:bodyPr/>
          <a:lstStyle>
            <a:lvl1pPr>
              <a:defRPr sz="40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6"/>
            <a:ext cx="8458200" cy="1114425"/>
          </a:xfrm>
          <a:ln/>
        </p:spPr>
        <p:txBody>
          <a:bodyPr/>
          <a:lstStyle>
            <a:lvl1pPr marL="0" indent="0">
              <a:buFontTx/>
              <a:buNone/>
              <a:defRPr b="1"/>
            </a:lvl1pPr>
          </a:lstStyle>
          <a:p>
            <a:r>
              <a:rPr lang="en-US"/>
              <a:t>Click to edit Master subtitle style</a:t>
            </a:r>
          </a:p>
        </p:txBody>
      </p:sp>
      <p:sp>
        <p:nvSpPr>
          <p:cNvPr id="12" name="Rectangle 24"/>
          <p:cNvSpPr>
            <a:spLocks noGrp="1" noChangeArrowheads="1"/>
          </p:cNvSpPr>
          <p:nvPr>
            <p:ph type="sldNum" sz="quarter" idx="10"/>
          </p:nvPr>
        </p:nvSpPr>
        <p:spPr>
          <a:xfrm>
            <a:off x="6642100" y="4529179"/>
            <a:ext cx="2133600" cy="154781"/>
          </a:xfrm>
        </p:spPr>
        <p:txBody>
          <a:bodyPr/>
          <a:lstStyle>
            <a:lvl1pPr>
              <a:defRPr/>
            </a:lvl1pPr>
          </a:lstStyle>
          <a:p>
            <a:fld id="{B09843C0-6DAC-490D-A4BA-BCECDC8ED96F}" type="slidenum">
              <a:rPr lang="en-US">
                <a:solidFill>
                  <a:srgbClr val="000000"/>
                </a:solidFill>
              </a:rPr>
              <a:pPr/>
              <a:t>‹#›</a:t>
            </a:fld>
            <a:endParaRPr lang="en-US" dirty="0">
              <a:solidFill>
                <a:srgbClr val="000000"/>
              </a:solidFill>
            </a:endParaRPr>
          </a:p>
        </p:txBody>
      </p:sp>
      <p:sp>
        <p:nvSpPr>
          <p:cNvPr id="9" name="Text Box 31"/>
          <p:cNvSpPr txBox="1">
            <a:spLocks noChangeArrowheads="1"/>
          </p:cNvSpPr>
          <p:nvPr userDrawn="1"/>
        </p:nvSpPr>
        <p:spPr bwMode="auto">
          <a:xfrm>
            <a:off x="314325" y="4529138"/>
            <a:ext cx="2533650" cy="215444"/>
          </a:xfrm>
          <a:prstGeom prst="rect">
            <a:avLst/>
          </a:prstGeom>
          <a:noFill/>
          <a:ln w="9525">
            <a:noFill/>
            <a:miter lim="800000"/>
            <a:headEnd/>
            <a:tailEnd/>
          </a:ln>
          <a:effectLst/>
        </p:spPr>
        <p:txBody>
          <a:bodyPr>
            <a:spAutoFit/>
          </a:bodyPr>
          <a:lstStyle/>
          <a:p>
            <a:pPr>
              <a:spcBef>
                <a:spcPct val="50000"/>
              </a:spcBef>
              <a:defRPr/>
            </a:pPr>
            <a:r>
              <a:rPr lang="en-US" sz="800" dirty="0">
                <a:solidFill>
                  <a:srgbClr val="000000"/>
                </a:solidFill>
                <a:latin typeface="Arial"/>
                <a:cs typeface="Arial" charset="0"/>
              </a:rPr>
              <a:t>TI Information – Selective Disclosure</a:t>
            </a:r>
          </a:p>
        </p:txBody>
      </p:sp>
      <p:grpSp>
        <p:nvGrpSpPr>
          <p:cNvPr id="19" name="Group 18"/>
          <p:cNvGrpSpPr/>
          <p:nvPr userDrawn="1"/>
        </p:nvGrpSpPr>
        <p:grpSpPr>
          <a:xfrm>
            <a:off x="6931849" y="79"/>
            <a:ext cx="1967009" cy="461665"/>
            <a:chOff x="6931827" y="68"/>
            <a:chExt cx="1967009" cy="461665"/>
          </a:xfrm>
        </p:grpSpPr>
        <p:sp>
          <p:nvSpPr>
            <p:cNvPr id="20" name="TextBox 19"/>
            <p:cNvSpPr txBox="1"/>
            <p:nvPr/>
          </p:nvSpPr>
          <p:spPr>
            <a:xfrm>
              <a:off x="6931827" y="68"/>
              <a:ext cx="999596" cy="461665"/>
            </a:xfrm>
            <a:prstGeom prst="rect">
              <a:avLst/>
            </a:prstGeom>
            <a:noFill/>
          </p:spPr>
          <p:txBody>
            <a:bodyPr wrap="square" rtlCol="0">
              <a:spAutoFit/>
            </a:bodyPr>
            <a:lstStyle/>
            <a:p>
              <a:pPr fontAlgn="auto">
                <a:spcBef>
                  <a:spcPts val="0"/>
                </a:spcBef>
                <a:spcAft>
                  <a:spcPts val="0"/>
                </a:spcAft>
              </a:pPr>
              <a:r>
                <a:rPr lang="en-US" sz="2400" b="1" dirty="0" smtClean="0">
                  <a:solidFill>
                    <a:srgbClr val="000000"/>
                  </a:solidFill>
                  <a:latin typeface="Arial Black" panose="020B0A04020102020204" pitchFamily="34" charset="0"/>
                  <a:cs typeface="Arial" charset="0"/>
                </a:rPr>
                <a:t>2015</a:t>
              </a:r>
            </a:p>
          </p:txBody>
        </p:sp>
        <p:sp>
          <p:nvSpPr>
            <p:cNvPr id="21" name="TextBox 20"/>
            <p:cNvSpPr txBox="1"/>
            <p:nvPr/>
          </p:nvSpPr>
          <p:spPr>
            <a:xfrm>
              <a:off x="7791740" y="21936"/>
              <a:ext cx="1107096" cy="430887"/>
            </a:xfrm>
            <a:prstGeom prst="rect">
              <a:avLst/>
            </a:prstGeom>
            <a:noFill/>
          </p:spPr>
          <p:txBody>
            <a:bodyPr wrap="square" rtlCol="0">
              <a:spAutoFit/>
            </a:bodyPr>
            <a:lstStyle/>
            <a:p>
              <a:pPr fontAlgn="auto">
                <a:spcBef>
                  <a:spcPts val="0"/>
                </a:spcBef>
                <a:spcAft>
                  <a:spcPts val="0"/>
                </a:spcAft>
              </a:pPr>
              <a:r>
                <a:rPr lang="en-US" sz="1100" b="1" dirty="0" smtClean="0">
                  <a:solidFill>
                    <a:srgbClr val="000000"/>
                  </a:solidFill>
                  <a:latin typeface="Arial"/>
                  <a:cs typeface="Arial" charset="0"/>
                </a:rPr>
                <a:t>Execute and gain share</a:t>
              </a:r>
            </a:p>
          </p:txBody>
        </p:sp>
      </p:grpSp>
    </p:spTree>
    <p:extLst>
      <p:ext uri="{BB962C8B-B14F-4D97-AF65-F5344CB8AC3E}">
        <p14:creationId xmlns:p14="http://schemas.microsoft.com/office/powerpoint/2010/main" val="1299190294"/>
      </p:ext>
    </p:extLst>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pic>
        <p:nvPicPr>
          <p:cNvPr id="4" name="Picture 6" descr="selected_powerpoint_bg_1.jpg"/>
          <p:cNvPicPr>
            <a:picLocks noChangeAspect="1"/>
          </p:cNvPicPr>
          <p:nvPr userDrawn="1"/>
        </p:nvPicPr>
        <p:blipFill>
          <a:blip r:embed="rId2" cstate="print"/>
          <a:srcRect/>
          <a:stretch>
            <a:fillRect/>
          </a:stretch>
        </p:blipFill>
        <p:spPr bwMode="auto">
          <a:xfrm>
            <a:off x="0" y="0"/>
            <a:ext cx="9144000" cy="5143500"/>
          </a:xfrm>
          <a:prstGeom prst="rect">
            <a:avLst/>
          </a:prstGeom>
          <a:noFill/>
          <a:ln w="9525">
            <a:noFill/>
            <a:miter lim="800000"/>
            <a:headEnd/>
            <a:tailEnd/>
          </a:ln>
        </p:spPr>
      </p:pic>
      <p:sp>
        <p:nvSpPr>
          <p:cNvPr id="5" name="Rectangle 4"/>
          <p:cNvSpPr/>
          <p:nvPr userDrawn="1"/>
        </p:nvSpPr>
        <p:spPr>
          <a:xfrm>
            <a:off x="83" y="4743450"/>
            <a:ext cx="8804275" cy="342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dirty="0">
              <a:solidFill>
                <a:srgbClr val="FFFFFF"/>
              </a:solidFill>
            </a:endParaRPr>
          </a:p>
        </p:txBody>
      </p:sp>
      <p:sp>
        <p:nvSpPr>
          <p:cNvPr id="13" name="Rectangle 12"/>
          <p:cNvSpPr/>
          <p:nvPr userDrawn="1"/>
        </p:nvSpPr>
        <p:spPr>
          <a:xfrm>
            <a:off x="83" y="4741069"/>
            <a:ext cx="8810625" cy="349758"/>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pic>
        <p:nvPicPr>
          <p:cNvPr id="10" name="Picture 27" descr="ti_logo_powerpoint_1_line.png"/>
          <p:cNvPicPr>
            <a:picLocks noChangeAspect="1"/>
          </p:cNvPicPr>
          <p:nvPr userDrawn="1"/>
        </p:nvPicPr>
        <p:blipFill>
          <a:blip r:embed="rId3" cstate="print"/>
          <a:srcRect/>
          <a:stretch>
            <a:fillRect/>
          </a:stretch>
        </p:blipFill>
        <p:spPr bwMode="auto">
          <a:xfrm>
            <a:off x="6675448" y="4830408"/>
            <a:ext cx="1874837" cy="173831"/>
          </a:xfrm>
          <a:prstGeom prst="rect">
            <a:avLst/>
          </a:prstGeom>
          <a:noFill/>
          <a:ln w="9525">
            <a:noFill/>
            <a:miter lim="800000"/>
            <a:headEnd/>
            <a:tailEnd/>
          </a:ln>
        </p:spPr>
      </p:pic>
      <p:sp>
        <p:nvSpPr>
          <p:cNvPr id="3074" name="Rectangle 2"/>
          <p:cNvSpPr>
            <a:spLocks noGrp="1" noChangeArrowheads="1"/>
          </p:cNvSpPr>
          <p:nvPr>
            <p:ph type="ctrTitle"/>
          </p:nvPr>
        </p:nvSpPr>
        <p:spPr>
          <a:xfrm>
            <a:off x="342900" y="1457366"/>
            <a:ext cx="8458200" cy="1102519"/>
          </a:xfrm>
        </p:spPr>
        <p:txBody>
          <a:bodyPr/>
          <a:lstStyle>
            <a:lvl1pPr>
              <a:defRPr sz="40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6"/>
            <a:ext cx="8458200" cy="1114425"/>
          </a:xfrm>
          <a:ln/>
        </p:spPr>
        <p:txBody>
          <a:bodyPr/>
          <a:lstStyle>
            <a:lvl1pPr marL="0" indent="0">
              <a:buFontTx/>
              <a:buNone/>
              <a:defRPr b="1"/>
            </a:lvl1pPr>
          </a:lstStyle>
          <a:p>
            <a:r>
              <a:rPr lang="en-US"/>
              <a:t>Click to edit Master subtitle style</a:t>
            </a:r>
          </a:p>
        </p:txBody>
      </p:sp>
      <p:sp>
        <p:nvSpPr>
          <p:cNvPr id="12" name="Rectangle 24"/>
          <p:cNvSpPr>
            <a:spLocks noGrp="1" noChangeArrowheads="1"/>
          </p:cNvSpPr>
          <p:nvPr>
            <p:ph type="sldNum" sz="quarter" idx="10"/>
          </p:nvPr>
        </p:nvSpPr>
        <p:spPr>
          <a:xfrm>
            <a:off x="6642100" y="4529179"/>
            <a:ext cx="2133600" cy="154781"/>
          </a:xfrm>
        </p:spPr>
        <p:txBody>
          <a:bodyPr/>
          <a:lstStyle>
            <a:lvl1pPr>
              <a:defRPr/>
            </a:lvl1pPr>
          </a:lstStyle>
          <a:p>
            <a:fld id="{F2394529-A9B3-4A54-83EC-E61379E8334E}" type="slidenum">
              <a:rPr lang="en-US">
                <a:solidFill>
                  <a:srgbClr val="000000"/>
                </a:solidFill>
              </a:rPr>
              <a:pPr/>
              <a:t>‹#›</a:t>
            </a:fld>
            <a:endParaRPr lang="en-US" dirty="0">
              <a:solidFill>
                <a:srgbClr val="000000"/>
              </a:solidFill>
            </a:endParaRPr>
          </a:p>
        </p:txBody>
      </p:sp>
      <p:sp>
        <p:nvSpPr>
          <p:cNvPr id="14" name="Text Box 31"/>
          <p:cNvSpPr txBox="1">
            <a:spLocks noChangeArrowheads="1"/>
          </p:cNvSpPr>
          <p:nvPr userDrawn="1"/>
        </p:nvSpPr>
        <p:spPr bwMode="auto">
          <a:xfrm>
            <a:off x="314325" y="4529138"/>
            <a:ext cx="2533650" cy="215444"/>
          </a:xfrm>
          <a:prstGeom prst="rect">
            <a:avLst/>
          </a:prstGeom>
          <a:noFill/>
          <a:ln w="9525">
            <a:noFill/>
            <a:miter lim="800000"/>
            <a:headEnd/>
            <a:tailEnd/>
          </a:ln>
          <a:effectLst/>
        </p:spPr>
        <p:txBody>
          <a:bodyPr>
            <a:spAutoFit/>
          </a:bodyPr>
          <a:lstStyle/>
          <a:p>
            <a:pPr>
              <a:spcBef>
                <a:spcPct val="50000"/>
              </a:spcBef>
              <a:defRPr/>
            </a:pPr>
            <a:r>
              <a:rPr lang="en-US" sz="800" dirty="0">
                <a:solidFill>
                  <a:srgbClr val="000000"/>
                </a:solidFill>
                <a:latin typeface="Arial"/>
                <a:cs typeface="Arial" charset="0"/>
              </a:rPr>
              <a:t>TI Information – Selective Disclosure</a:t>
            </a:r>
          </a:p>
        </p:txBody>
      </p:sp>
      <p:grpSp>
        <p:nvGrpSpPr>
          <p:cNvPr id="20" name="Group 19"/>
          <p:cNvGrpSpPr/>
          <p:nvPr userDrawn="1"/>
        </p:nvGrpSpPr>
        <p:grpSpPr>
          <a:xfrm>
            <a:off x="6931849" y="79"/>
            <a:ext cx="1967009" cy="461665"/>
            <a:chOff x="6931827" y="68"/>
            <a:chExt cx="1967009" cy="461665"/>
          </a:xfrm>
        </p:grpSpPr>
        <p:sp>
          <p:nvSpPr>
            <p:cNvPr id="21" name="TextBox 20"/>
            <p:cNvSpPr txBox="1"/>
            <p:nvPr/>
          </p:nvSpPr>
          <p:spPr>
            <a:xfrm>
              <a:off x="6931827" y="68"/>
              <a:ext cx="999596" cy="461665"/>
            </a:xfrm>
            <a:prstGeom prst="rect">
              <a:avLst/>
            </a:prstGeom>
            <a:noFill/>
          </p:spPr>
          <p:txBody>
            <a:bodyPr wrap="square" rtlCol="0">
              <a:spAutoFit/>
            </a:bodyPr>
            <a:lstStyle/>
            <a:p>
              <a:pPr fontAlgn="auto">
                <a:spcBef>
                  <a:spcPts val="0"/>
                </a:spcBef>
                <a:spcAft>
                  <a:spcPts val="0"/>
                </a:spcAft>
              </a:pPr>
              <a:r>
                <a:rPr lang="en-US" sz="2400" b="1" dirty="0" smtClean="0">
                  <a:solidFill>
                    <a:srgbClr val="000000"/>
                  </a:solidFill>
                  <a:latin typeface="Arial Black" panose="020B0A04020102020204" pitchFamily="34" charset="0"/>
                  <a:cs typeface="Arial" charset="0"/>
                </a:rPr>
                <a:t>2015</a:t>
              </a:r>
            </a:p>
          </p:txBody>
        </p:sp>
        <p:sp>
          <p:nvSpPr>
            <p:cNvPr id="22" name="TextBox 21"/>
            <p:cNvSpPr txBox="1"/>
            <p:nvPr/>
          </p:nvSpPr>
          <p:spPr>
            <a:xfrm>
              <a:off x="7791740" y="21936"/>
              <a:ext cx="1107096" cy="430887"/>
            </a:xfrm>
            <a:prstGeom prst="rect">
              <a:avLst/>
            </a:prstGeom>
            <a:noFill/>
          </p:spPr>
          <p:txBody>
            <a:bodyPr wrap="square" rtlCol="0">
              <a:spAutoFit/>
            </a:bodyPr>
            <a:lstStyle/>
            <a:p>
              <a:pPr fontAlgn="auto">
                <a:spcBef>
                  <a:spcPts val="0"/>
                </a:spcBef>
                <a:spcAft>
                  <a:spcPts val="0"/>
                </a:spcAft>
              </a:pPr>
              <a:r>
                <a:rPr lang="en-US" sz="1100" b="1" dirty="0" smtClean="0">
                  <a:solidFill>
                    <a:srgbClr val="000000"/>
                  </a:solidFill>
                  <a:latin typeface="Arial"/>
                  <a:cs typeface="Arial" charset="0"/>
                </a:rPr>
                <a:t>Execute and gain share</a:t>
              </a:r>
            </a:p>
          </p:txBody>
        </p:sp>
      </p:grpSp>
    </p:spTree>
    <p:extLst>
      <p:ext uri="{BB962C8B-B14F-4D97-AF65-F5344CB8AC3E}">
        <p14:creationId xmlns:p14="http://schemas.microsoft.com/office/powerpoint/2010/main" val="3925865681"/>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3_Title Slide">
    <p:spTree>
      <p:nvGrpSpPr>
        <p:cNvPr id="1" name=""/>
        <p:cNvGrpSpPr/>
        <p:nvPr/>
      </p:nvGrpSpPr>
      <p:grpSpPr>
        <a:xfrm>
          <a:off x="0" y="0"/>
          <a:ext cx="0" cy="0"/>
          <a:chOff x="0" y="0"/>
          <a:chExt cx="0" cy="0"/>
        </a:xfrm>
      </p:grpSpPr>
      <p:pic>
        <p:nvPicPr>
          <p:cNvPr id="4" name="Picture 6" descr="selected_powerpoint_bg_1_grey.jpg"/>
          <p:cNvPicPr>
            <a:picLocks noChangeAspect="1"/>
          </p:cNvPicPr>
          <p:nvPr userDrawn="1"/>
        </p:nvPicPr>
        <p:blipFill>
          <a:blip r:embed="rId2" cstate="print"/>
          <a:srcRect/>
          <a:stretch>
            <a:fillRect/>
          </a:stretch>
        </p:blipFill>
        <p:spPr bwMode="auto">
          <a:xfrm>
            <a:off x="0" y="0"/>
            <a:ext cx="9144000" cy="5143500"/>
          </a:xfrm>
          <a:prstGeom prst="rect">
            <a:avLst/>
          </a:prstGeom>
          <a:noFill/>
          <a:ln w="9525">
            <a:noFill/>
            <a:miter lim="800000"/>
            <a:headEnd/>
            <a:tailEnd/>
          </a:ln>
        </p:spPr>
      </p:pic>
      <p:sp>
        <p:nvSpPr>
          <p:cNvPr id="5" name="Rectangle 4"/>
          <p:cNvSpPr/>
          <p:nvPr userDrawn="1"/>
        </p:nvSpPr>
        <p:spPr>
          <a:xfrm>
            <a:off x="0" y="4743450"/>
            <a:ext cx="8782050" cy="342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dirty="0">
              <a:solidFill>
                <a:srgbClr val="FFFFFF"/>
              </a:solidFill>
            </a:endParaRPr>
          </a:p>
        </p:txBody>
      </p:sp>
      <p:sp>
        <p:nvSpPr>
          <p:cNvPr id="13" name="Rectangle 12"/>
          <p:cNvSpPr/>
          <p:nvPr userDrawn="1"/>
        </p:nvSpPr>
        <p:spPr>
          <a:xfrm>
            <a:off x="83" y="4741069"/>
            <a:ext cx="8810625" cy="349758"/>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pic>
        <p:nvPicPr>
          <p:cNvPr id="10" name="Picture 27" descr="ti_logo_powerpoint_1_line.png"/>
          <p:cNvPicPr>
            <a:picLocks noChangeAspect="1"/>
          </p:cNvPicPr>
          <p:nvPr userDrawn="1"/>
        </p:nvPicPr>
        <p:blipFill>
          <a:blip r:embed="rId3" cstate="print"/>
          <a:srcRect/>
          <a:stretch>
            <a:fillRect/>
          </a:stretch>
        </p:blipFill>
        <p:spPr bwMode="auto">
          <a:xfrm>
            <a:off x="6675448" y="4830408"/>
            <a:ext cx="1874837" cy="173831"/>
          </a:xfrm>
          <a:prstGeom prst="rect">
            <a:avLst/>
          </a:prstGeom>
          <a:noFill/>
          <a:ln w="9525">
            <a:noFill/>
            <a:miter lim="800000"/>
            <a:headEnd/>
            <a:tailEnd/>
          </a:ln>
        </p:spPr>
      </p:pic>
      <p:sp>
        <p:nvSpPr>
          <p:cNvPr id="11" name="Text Box 31"/>
          <p:cNvSpPr txBox="1">
            <a:spLocks noChangeArrowheads="1"/>
          </p:cNvSpPr>
          <p:nvPr userDrawn="1"/>
        </p:nvSpPr>
        <p:spPr bwMode="auto">
          <a:xfrm>
            <a:off x="314325" y="4529138"/>
            <a:ext cx="2533650" cy="215444"/>
          </a:xfrm>
          <a:prstGeom prst="rect">
            <a:avLst/>
          </a:prstGeom>
          <a:noFill/>
          <a:ln w="9525">
            <a:noFill/>
            <a:miter lim="800000"/>
            <a:headEnd/>
            <a:tailEnd/>
          </a:ln>
          <a:effectLst/>
        </p:spPr>
        <p:txBody>
          <a:bodyPr>
            <a:spAutoFit/>
          </a:bodyPr>
          <a:lstStyle/>
          <a:p>
            <a:pPr>
              <a:spcBef>
                <a:spcPct val="50000"/>
              </a:spcBef>
              <a:defRPr/>
            </a:pPr>
            <a:r>
              <a:rPr lang="en-US" sz="800" dirty="0">
                <a:solidFill>
                  <a:srgbClr val="000000"/>
                </a:solidFill>
                <a:latin typeface="Arial"/>
                <a:cs typeface="Arial" charset="0"/>
              </a:rPr>
              <a:t>TI Information – Selective Disclosure</a:t>
            </a:r>
          </a:p>
        </p:txBody>
      </p:sp>
      <p:sp>
        <p:nvSpPr>
          <p:cNvPr id="3074" name="Rectangle 2"/>
          <p:cNvSpPr>
            <a:spLocks noGrp="1" noChangeArrowheads="1"/>
          </p:cNvSpPr>
          <p:nvPr>
            <p:ph type="ctrTitle"/>
          </p:nvPr>
        </p:nvSpPr>
        <p:spPr>
          <a:xfrm>
            <a:off x="342900" y="1457366"/>
            <a:ext cx="8458200" cy="1102519"/>
          </a:xfrm>
        </p:spPr>
        <p:txBody>
          <a:bodyPr/>
          <a:lstStyle>
            <a:lvl1pPr>
              <a:defRPr sz="4000">
                <a:solidFill>
                  <a:schemeClr val="tx2"/>
                </a:solidFill>
              </a:defRPr>
            </a:lvl1pPr>
          </a:lstStyle>
          <a:p>
            <a:r>
              <a:rPr lang="en-US" dirty="0"/>
              <a:t>Click to edit Master title style</a:t>
            </a:r>
          </a:p>
        </p:txBody>
      </p:sp>
      <p:sp>
        <p:nvSpPr>
          <p:cNvPr id="3075" name="Rectangle 3"/>
          <p:cNvSpPr>
            <a:spLocks noGrp="1" noChangeArrowheads="1"/>
          </p:cNvSpPr>
          <p:nvPr>
            <p:ph type="subTitle" idx="1"/>
          </p:nvPr>
        </p:nvSpPr>
        <p:spPr>
          <a:xfrm>
            <a:off x="342900" y="2774156"/>
            <a:ext cx="8458200" cy="1114425"/>
          </a:xfrm>
          <a:ln/>
        </p:spPr>
        <p:txBody>
          <a:bodyPr/>
          <a:lstStyle>
            <a:lvl1pPr marL="0" indent="0">
              <a:buFontTx/>
              <a:buNone/>
              <a:defRPr b="1"/>
            </a:lvl1pPr>
          </a:lstStyle>
          <a:p>
            <a:r>
              <a:rPr lang="en-US"/>
              <a:t>Click to edit Master subtitle style</a:t>
            </a:r>
          </a:p>
        </p:txBody>
      </p:sp>
      <p:sp>
        <p:nvSpPr>
          <p:cNvPr id="12" name="Rectangle 24"/>
          <p:cNvSpPr>
            <a:spLocks noGrp="1" noChangeArrowheads="1"/>
          </p:cNvSpPr>
          <p:nvPr>
            <p:ph type="sldNum" sz="quarter" idx="10"/>
          </p:nvPr>
        </p:nvSpPr>
        <p:spPr>
          <a:xfrm>
            <a:off x="6642100" y="4529179"/>
            <a:ext cx="2133600" cy="154781"/>
          </a:xfrm>
        </p:spPr>
        <p:txBody>
          <a:bodyPr/>
          <a:lstStyle>
            <a:lvl1pPr>
              <a:defRPr/>
            </a:lvl1pPr>
          </a:lstStyle>
          <a:p>
            <a:fld id="{91A5AC0A-F4BD-4464-80DC-A88E0D9F781D}" type="slidenum">
              <a:rPr lang="en-US">
                <a:solidFill>
                  <a:srgbClr val="000000"/>
                </a:solidFill>
              </a:rPr>
              <a:pPr/>
              <a:t>‹#›</a:t>
            </a:fld>
            <a:endParaRPr lang="en-US" dirty="0">
              <a:solidFill>
                <a:srgbClr val="000000"/>
              </a:solidFill>
            </a:endParaRPr>
          </a:p>
        </p:txBody>
      </p:sp>
      <p:grpSp>
        <p:nvGrpSpPr>
          <p:cNvPr id="20" name="Group 19"/>
          <p:cNvGrpSpPr/>
          <p:nvPr userDrawn="1"/>
        </p:nvGrpSpPr>
        <p:grpSpPr>
          <a:xfrm>
            <a:off x="6931849" y="79"/>
            <a:ext cx="1967009" cy="461665"/>
            <a:chOff x="6931827" y="68"/>
            <a:chExt cx="1967009" cy="461665"/>
          </a:xfrm>
        </p:grpSpPr>
        <p:sp>
          <p:nvSpPr>
            <p:cNvPr id="21" name="TextBox 20"/>
            <p:cNvSpPr txBox="1"/>
            <p:nvPr/>
          </p:nvSpPr>
          <p:spPr>
            <a:xfrm>
              <a:off x="6931827" y="68"/>
              <a:ext cx="999596" cy="461665"/>
            </a:xfrm>
            <a:prstGeom prst="rect">
              <a:avLst/>
            </a:prstGeom>
            <a:noFill/>
          </p:spPr>
          <p:txBody>
            <a:bodyPr wrap="square" rtlCol="0">
              <a:spAutoFit/>
            </a:bodyPr>
            <a:lstStyle/>
            <a:p>
              <a:pPr fontAlgn="auto">
                <a:spcBef>
                  <a:spcPts val="0"/>
                </a:spcBef>
                <a:spcAft>
                  <a:spcPts val="0"/>
                </a:spcAft>
              </a:pPr>
              <a:r>
                <a:rPr lang="en-US" sz="2400" b="1" dirty="0" smtClean="0">
                  <a:solidFill>
                    <a:srgbClr val="000000"/>
                  </a:solidFill>
                  <a:latin typeface="Arial Black" panose="020B0A04020102020204" pitchFamily="34" charset="0"/>
                  <a:cs typeface="Arial" charset="0"/>
                </a:rPr>
                <a:t>2015</a:t>
              </a:r>
            </a:p>
          </p:txBody>
        </p:sp>
        <p:sp>
          <p:nvSpPr>
            <p:cNvPr id="22" name="TextBox 21"/>
            <p:cNvSpPr txBox="1"/>
            <p:nvPr/>
          </p:nvSpPr>
          <p:spPr>
            <a:xfrm>
              <a:off x="7791740" y="21936"/>
              <a:ext cx="1107096" cy="430887"/>
            </a:xfrm>
            <a:prstGeom prst="rect">
              <a:avLst/>
            </a:prstGeom>
            <a:noFill/>
          </p:spPr>
          <p:txBody>
            <a:bodyPr wrap="square" rtlCol="0">
              <a:spAutoFit/>
            </a:bodyPr>
            <a:lstStyle/>
            <a:p>
              <a:pPr fontAlgn="auto">
                <a:spcBef>
                  <a:spcPts val="0"/>
                </a:spcBef>
                <a:spcAft>
                  <a:spcPts val="0"/>
                </a:spcAft>
              </a:pPr>
              <a:r>
                <a:rPr lang="en-US" sz="1100" b="1" dirty="0" smtClean="0">
                  <a:solidFill>
                    <a:srgbClr val="000000"/>
                  </a:solidFill>
                  <a:latin typeface="Arial"/>
                  <a:cs typeface="Arial" charset="0"/>
                </a:rPr>
                <a:t>Execute and gain share</a:t>
              </a:r>
            </a:p>
          </p:txBody>
        </p:sp>
      </p:grpSp>
    </p:spTree>
    <p:extLst>
      <p:ext uri="{BB962C8B-B14F-4D97-AF65-F5344CB8AC3E}">
        <p14:creationId xmlns:p14="http://schemas.microsoft.com/office/powerpoint/2010/main" val="1766114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33458" y="786352"/>
            <a:ext cx="8467725" cy="3709449"/>
          </a:xfrm>
        </p:spPr>
        <p:txBody>
          <a:bodyPr/>
          <a:lstStyle>
            <a:lvl1pPr>
              <a:spcBef>
                <a:spcPts val="800"/>
              </a:spcBef>
              <a:defRPr/>
            </a:lvl1pPr>
            <a:lvl3pPr>
              <a:defRPr sz="1800"/>
            </a:lvl3pPr>
            <a:lvl4pPr>
              <a:defRPr sz="1800"/>
            </a:lvl4pPr>
            <a:lvl5pPr>
              <a:defRPr sz="1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
        <p:nvSpPr>
          <p:cNvPr id="4" name="Rectangle 6"/>
          <p:cNvSpPr>
            <a:spLocks noGrp="1" noChangeArrowheads="1"/>
          </p:cNvSpPr>
          <p:nvPr>
            <p:ph type="sldNum" sz="quarter" idx="10"/>
          </p:nvPr>
        </p:nvSpPr>
        <p:spPr>
          <a:ln/>
        </p:spPr>
        <p:txBody>
          <a:bodyPr/>
          <a:lstStyle>
            <a:lvl1pPr>
              <a:defRPr/>
            </a:lvl1pPr>
          </a:lstStyle>
          <a:p>
            <a:fld id="{3B20521C-F793-4067-BB07-C7AF74E21EF3}"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3662795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solidFill>
                  <a:schemeClr val="tx2"/>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6"/>
          <p:cNvSpPr>
            <a:spLocks noGrp="1" noChangeArrowheads="1"/>
          </p:cNvSpPr>
          <p:nvPr>
            <p:ph type="sldNum" sz="quarter" idx="10"/>
          </p:nvPr>
        </p:nvSpPr>
        <p:spPr>
          <a:xfrm>
            <a:off x="6638925" y="4537514"/>
            <a:ext cx="2133600" cy="154781"/>
          </a:xfrm>
        </p:spPr>
        <p:txBody>
          <a:bodyPr/>
          <a:lstStyle>
            <a:lvl1pPr>
              <a:defRPr/>
            </a:lvl1pPr>
          </a:lstStyle>
          <a:p>
            <a:fld id="{156AB8A3-9FE4-4612-8857-687BFF70DD9F}"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31558904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smtClean="0"/>
              <a:t>Click to edit Master title style</a:t>
            </a:r>
            <a:endParaRPr lang="en-US" dirty="0"/>
          </a:p>
        </p:txBody>
      </p:sp>
      <p:sp>
        <p:nvSpPr>
          <p:cNvPr id="3" name="Content Placeholder 2"/>
          <p:cNvSpPr>
            <a:spLocks noGrp="1"/>
          </p:cNvSpPr>
          <p:nvPr>
            <p:ph sz="half" idx="1"/>
          </p:nvPr>
        </p:nvSpPr>
        <p:spPr>
          <a:xfrm>
            <a:off x="333411" y="889399"/>
            <a:ext cx="4157663" cy="3519488"/>
          </a:xfrm>
          <a:noFill/>
          <a:ln w="9525" algn="ctr">
            <a:noFill/>
            <a:miter lim="800000"/>
            <a:headEnd/>
            <a:tailEnd/>
          </a:ln>
        </p:spPr>
        <p:txBody>
          <a:bodyPr vert="horz" wrap="square" lIns="91440" tIns="45720" rIns="91440" bIns="45720" numCol="1" anchor="t" anchorCtr="0" compatLnSpc="1">
            <a:prstTxWarp prst="textNoShape">
              <a:avLst/>
            </a:prstTxWarp>
          </a:bodyPr>
          <a:lstStyle>
            <a:lvl1pPr algn="l" rtl="0" eaLnBrk="0" fontAlgn="base" hangingPunct="0">
              <a:spcAft>
                <a:spcPct val="0"/>
              </a:spcAft>
              <a:defRPr lang="en-US" sz="2000" smtClean="0">
                <a:solidFill>
                  <a:schemeClr val="tx1"/>
                </a:solidFill>
                <a:latin typeface="+mn-lt"/>
                <a:ea typeface="+mn-ea"/>
                <a:cs typeface="+mn-cs"/>
              </a:defRPr>
            </a:lvl1pPr>
            <a:lvl2pPr algn="l" rtl="0" eaLnBrk="0" fontAlgn="base" hangingPunct="0">
              <a:spcAft>
                <a:spcPct val="0"/>
              </a:spcAft>
              <a:defRPr lang="en-US" sz="1800" smtClean="0">
                <a:solidFill>
                  <a:schemeClr val="tx1"/>
                </a:solidFill>
                <a:latin typeface="+mn-lt"/>
                <a:ea typeface="+mn-ea"/>
                <a:cs typeface="+mn-cs"/>
              </a:defRPr>
            </a:lvl2pPr>
            <a:lvl3pPr algn="l" rtl="0" eaLnBrk="0" fontAlgn="base" hangingPunct="0">
              <a:spcAft>
                <a:spcPct val="0"/>
              </a:spcAft>
              <a:defRPr lang="en-US" sz="1800" smtClean="0">
                <a:solidFill>
                  <a:schemeClr val="tx1"/>
                </a:solidFill>
                <a:latin typeface="+mn-lt"/>
                <a:ea typeface="+mn-ea"/>
                <a:cs typeface="+mn-cs"/>
              </a:defRPr>
            </a:lvl3pPr>
            <a:lvl4pPr algn="l" rtl="0" eaLnBrk="0" fontAlgn="base" hangingPunct="0">
              <a:spcAft>
                <a:spcPct val="0"/>
              </a:spcAft>
              <a:defRPr lang="en-US" sz="1800" smtClean="0">
                <a:solidFill>
                  <a:schemeClr val="tx1"/>
                </a:solidFill>
                <a:latin typeface="+mn-lt"/>
                <a:ea typeface="+mn-ea"/>
                <a:cs typeface="+mn-cs"/>
              </a:defRPr>
            </a:lvl4pPr>
            <a:lvl5pPr algn="l" rtl="0" eaLnBrk="0" fontAlgn="base" hangingPunct="0">
              <a:spcAft>
                <a:spcPct val="0"/>
              </a:spcAft>
              <a:defRPr lang="en-US" sz="180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3438" y="889399"/>
            <a:ext cx="4157662" cy="3519488"/>
          </a:xfrm>
          <a:noFill/>
          <a:ln w="9525" algn="ctr">
            <a:noFill/>
            <a:miter lim="800000"/>
            <a:headEnd/>
            <a:tailEnd/>
          </a:ln>
        </p:spPr>
        <p:txBody>
          <a:bodyPr vert="horz" wrap="square" lIns="91440" tIns="45720" rIns="91440" bIns="45720" numCol="1" anchor="t" anchorCtr="0" compatLnSpc="1">
            <a:prstTxWarp prst="textNoShape">
              <a:avLst/>
            </a:prstTxWarp>
          </a:bodyPr>
          <a:lstStyle>
            <a:lvl1pPr algn="l" rtl="0" eaLnBrk="0" fontAlgn="base" hangingPunct="0">
              <a:spcAft>
                <a:spcPct val="0"/>
              </a:spcAft>
              <a:defRPr lang="en-US" sz="2000" smtClean="0">
                <a:solidFill>
                  <a:schemeClr val="tx1"/>
                </a:solidFill>
                <a:latin typeface="+mn-lt"/>
                <a:ea typeface="+mn-ea"/>
                <a:cs typeface="+mn-cs"/>
              </a:defRPr>
            </a:lvl1pPr>
            <a:lvl2pPr algn="l" rtl="0" eaLnBrk="0" fontAlgn="base" hangingPunct="0">
              <a:spcAft>
                <a:spcPct val="0"/>
              </a:spcAft>
              <a:defRPr lang="en-US" sz="1800" smtClean="0">
                <a:solidFill>
                  <a:schemeClr val="tx1"/>
                </a:solidFill>
                <a:latin typeface="+mn-lt"/>
                <a:ea typeface="+mn-ea"/>
                <a:cs typeface="+mn-cs"/>
              </a:defRPr>
            </a:lvl2pPr>
            <a:lvl3pPr algn="l" rtl="0" eaLnBrk="0" fontAlgn="base" hangingPunct="0">
              <a:spcAft>
                <a:spcPct val="0"/>
              </a:spcAft>
              <a:defRPr lang="en-US" sz="1800" smtClean="0">
                <a:solidFill>
                  <a:schemeClr val="tx1"/>
                </a:solidFill>
                <a:latin typeface="+mn-lt"/>
                <a:ea typeface="+mn-ea"/>
                <a:cs typeface="+mn-cs"/>
              </a:defRPr>
            </a:lvl3pPr>
            <a:lvl4pPr algn="l" rtl="0" eaLnBrk="0" fontAlgn="base" hangingPunct="0">
              <a:spcAft>
                <a:spcPct val="0"/>
              </a:spcAft>
              <a:defRPr lang="en-US" sz="1800" smtClean="0">
                <a:solidFill>
                  <a:schemeClr val="tx1"/>
                </a:solidFill>
                <a:latin typeface="+mn-lt"/>
                <a:ea typeface="+mn-ea"/>
                <a:cs typeface="+mn-cs"/>
              </a:defRPr>
            </a:lvl4pPr>
            <a:lvl5pPr algn="l" rtl="0" eaLnBrk="0" fontAlgn="base" hangingPunct="0">
              <a:spcAft>
                <a:spcPct val="0"/>
              </a:spcAft>
              <a:defRPr lang="en-US" sz="1800">
                <a:solidFill>
                  <a:schemeClr val="tx1"/>
                </a:solidFill>
                <a:latin typeface="+mn-lt"/>
                <a:ea typeface="+mn-ea"/>
                <a:cs typeface="+mn-cs"/>
              </a:defRPr>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Rectangle 6"/>
          <p:cNvSpPr>
            <a:spLocks noGrp="1" noChangeArrowheads="1"/>
          </p:cNvSpPr>
          <p:nvPr>
            <p:ph type="sldNum" sz="quarter" idx="10"/>
          </p:nvPr>
        </p:nvSpPr>
        <p:spPr>
          <a:ln/>
        </p:spPr>
        <p:txBody>
          <a:bodyPr/>
          <a:lstStyle>
            <a:lvl1pPr>
              <a:defRPr/>
            </a:lvl1pPr>
          </a:lstStyle>
          <a:p>
            <a:fld id="{93A6A834-CC4A-4943-952A-D55BFAADAD59}"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28886732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solidFill>
                  <a:schemeClr val="tx2"/>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1631156"/>
            <a:ext cx="4040188" cy="2963466"/>
          </a:xfrm>
          <a:noFill/>
          <a:ln w="9525" algn="ctr">
            <a:noFill/>
            <a:miter lim="800000"/>
            <a:headEnd/>
            <a:tailEnd/>
          </a:ln>
        </p:spPr>
        <p:txBody>
          <a:bodyPr vert="horz" wrap="square" lIns="91440" tIns="45720" rIns="91440" bIns="45720" numCol="1" anchor="t" anchorCtr="0" compatLnSpc="1">
            <a:prstTxWarp prst="textNoShape">
              <a:avLst/>
            </a:prstTxWarp>
          </a:bodyPr>
          <a:lstStyle>
            <a:lvl1pPr algn="l" rtl="0" eaLnBrk="0" fontAlgn="base" hangingPunct="0">
              <a:spcAft>
                <a:spcPct val="0"/>
              </a:spcAft>
              <a:defRPr lang="en-US" sz="2000" smtClean="0">
                <a:solidFill>
                  <a:schemeClr val="tx1"/>
                </a:solidFill>
                <a:latin typeface="+mn-lt"/>
                <a:ea typeface="+mn-ea"/>
                <a:cs typeface="+mn-cs"/>
              </a:defRPr>
            </a:lvl1pPr>
            <a:lvl2pPr algn="l" rtl="0" eaLnBrk="0" fontAlgn="base" hangingPunct="0">
              <a:spcAft>
                <a:spcPct val="0"/>
              </a:spcAft>
              <a:defRPr lang="en-US" sz="1800" smtClean="0">
                <a:solidFill>
                  <a:schemeClr val="tx1"/>
                </a:solidFill>
                <a:latin typeface="+mn-lt"/>
                <a:ea typeface="+mn-ea"/>
                <a:cs typeface="+mn-cs"/>
              </a:defRPr>
            </a:lvl2pPr>
            <a:lvl3pPr algn="l" rtl="0" eaLnBrk="0" fontAlgn="base" hangingPunct="0">
              <a:spcAft>
                <a:spcPct val="0"/>
              </a:spcAft>
              <a:defRPr lang="en-US" sz="1800" smtClean="0">
                <a:solidFill>
                  <a:schemeClr val="tx1"/>
                </a:solidFill>
                <a:latin typeface="+mn-lt"/>
                <a:ea typeface="+mn-ea"/>
                <a:cs typeface="+mn-cs"/>
              </a:defRPr>
            </a:lvl3pPr>
            <a:lvl4pPr algn="l" rtl="0" eaLnBrk="0" fontAlgn="base" hangingPunct="0">
              <a:spcAft>
                <a:spcPct val="0"/>
              </a:spcAft>
              <a:defRPr lang="en-US" sz="1800" smtClean="0">
                <a:solidFill>
                  <a:schemeClr val="tx1"/>
                </a:solidFill>
                <a:latin typeface="+mn-lt"/>
                <a:ea typeface="+mn-ea"/>
                <a:cs typeface="+mn-cs"/>
              </a:defRPr>
            </a:lvl4pPr>
            <a:lvl5pPr algn="l" rtl="0" eaLnBrk="0" fontAlgn="base" hangingPunct="0">
              <a:spcAft>
                <a:spcPct val="0"/>
              </a:spcAft>
              <a:defRPr lang="en-US" sz="180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33"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33" y="1631156"/>
            <a:ext cx="4041775" cy="2963466"/>
          </a:xfrm>
          <a:noFill/>
          <a:ln w="9525" algn="ctr">
            <a:noFill/>
            <a:miter lim="800000"/>
            <a:headEnd/>
            <a:tailEnd/>
          </a:ln>
        </p:spPr>
        <p:txBody>
          <a:bodyPr vert="horz" wrap="square" lIns="91440" tIns="45720" rIns="91440" bIns="45720" numCol="1" anchor="t" anchorCtr="0" compatLnSpc="1">
            <a:prstTxWarp prst="textNoShape">
              <a:avLst/>
            </a:prstTxWarp>
          </a:bodyPr>
          <a:lstStyle>
            <a:lvl1pPr algn="l" rtl="0" eaLnBrk="0" fontAlgn="base" hangingPunct="0">
              <a:spcAft>
                <a:spcPct val="0"/>
              </a:spcAft>
              <a:defRPr lang="en-US" sz="2000" smtClean="0">
                <a:solidFill>
                  <a:schemeClr val="tx1"/>
                </a:solidFill>
                <a:latin typeface="+mn-lt"/>
                <a:ea typeface="+mn-ea"/>
                <a:cs typeface="+mn-cs"/>
              </a:defRPr>
            </a:lvl1pPr>
            <a:lvl2pPr algn="l" rtl="0" eaLnBrk="0" fontAlgn="base" hangingPunct="0">
              <a:spcAft>
                <a:spcPct val="0"/>
              </a:spcAft>
              <a:defRPr lang="en-US" sz="1800" smtClean="0">
                <a:solidFill>
                  <a:schemeClr val="tx1"/>
                </a:solidFill>
                <a:latin typeface="+mn-lt"/>
                <a:ea typeface="+mn-ea"/>
                <a:cs typeface="+mn-cs"/>
              </a:defRPr>
            </a:lvl2pPr>
            <a:lvl3pPr algn="l" rtl="0" eaLnBrk="0" fontAlgn="base" hangingPunct="0">
              <a:spcAft>
                <a:spcPct val="0"/>
              </a:spcAft>
              <a:defRPr lang="en-US" sz="1800" smtClean="0">
                <a:solidFill>
                  <a:schemeClr val="tx1"/>
                </a:solidFill>
                <a:latin typeface="+mn-lt"/>
                <a:ea typeface="+mn-ea"/>
                <a:cs typeface="+mn-cs"/>
              </a:defRPr>
            </a:lvl3pPr>
            <a:lvl4pPr algn="l" rtl="0" eaLnBrk="0" fontAlgn="base" hangingPunct="0">
              <a:spcAft>
                <a:spcPct val="0"/>
              </a:spcAft>
              <a:defRPr lang="en-US" sz="1800" smtClean="0">
                <a:solidFill>
                  <a:schemeClr val="tx1"/>
                </a:solidFill>
                <a:latin typeface="+mn-lt"/>
                <a:ea typeface="+mn-ea"/>
                <a:cs typeface="+mn-cs"/>
              </a:defRPr>
            </a:lvl4pPr>
            <a:lvl5pPr algn="l" rtl="0" eaLnBrk="0" fontAlgn="base" hangingPunct="0">
              <a:spcAft>
                <a:spcPct val="0"/>
              </a:spcAft>
              <a:defRPr lang="en-US" sz="1800">
                <a:solidFill>
                  <a:schemeClr val="tx1"/>
                </a:solidFill>
                <a:latin typeface="+mn-lt"/>
                <a:ea typeface="+mn-ea"/>
                <a:cs typeface="+mn-cs"/>
              </a:defRPr>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Rectangle 6"/>
          <p:cNvSpPr>
            <a:spLocks noGrp="1" noChangeArrowheads="1"/>
          </p:cNvSpPr>
          <p:nvPr>
            <p:ph type="sldNum" sz="quarter" idx="10"/>
          </p:nvPr>
        </p:nvSpPr>
        <p:spPr>
          <a:ln/>
        </p:spPr>
        <p:txBody>
          <a:bodyPr/>
          <a:lstStyle>
            <a:lvl1pPr>
              <a:defRPr/>
            </a:lvl1pPr>
          </a:lstStyle>
          <a:p>
            <a:fld id="{2B3D8EEF-7576-4AB0-8518-088FB58AB734}"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1035034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smtClean="0"/>
              <a:t>Click to edit Master title style</a:t>
            </a:r>
            <a:endParaRPr lang="en-US" dirty="0"/>
          </a:p>
        </p:txBody>
      </p:sp>
      <p:sp>
        <p:nvSpPr>
          <p:cNvPr id="3" name="Rectangle 6"/>
          <p:cNvSpPr>
            <a:spLocks noGrp="1" noChangeArrowheads="1"/>
          </p:cNvSpPr>
          <p:nvPr>
            <p:ph type="sldNum" sz="quarter" idx="10"/>
          </p:nvPr>
        </p:nvSpPr>
        <p:spPr>
          <a:ln/>
        </p:spPr>
        <p:txBody>
          <a:bodyPr/>
          <a:lstStyle>
            <a:lvl1pPr>
              <a:defRPr/>
            </a:lvl1pPr>
          </a:lstStyle>
          <a:p>
            <a:fld id="{803D9FE4-F784-4A94-8F3E-54A098F0E8CC}"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33918962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4BD60626-1ACC-48B1-8201-AA7BD5684B54}"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8731586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19" y="204787"/>
            <a:ext cx="3008313" cy="871538"/>
          </a:xfrm>
        </p:spPr>
        <p:txBody>
          <a:bodyPr anchor="b"/>
          <a:lstStyle>
            <a:lvl1pPr algn="l">
              <a:defRPr sz="3200" b="1">
                <a:solidFill>
                  <a:schemeClr val="tx2"/>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3575050" y="204829"/>
            <a:ext cx="5111750" cy="4389835"/>
          </a:xfrm>
          <a:noFill/>
          <a:ln w="9525" algn="ctr">
            <a:noFill/>
            <a:miter lim="800000"/>
            <a:headEnd/>
            <a:tailEnd/>
          </a:ln>
        </p:spPr>
        <p:txBody>
          <a:bodyPr vert="horz" wrap="square" lIns="91440" tIns="45720" rIns="91440" bIns="45720" numCol="1" anchor="t" anchorCtr="0" compatLnSpc="1">
            <a:prstTxWarp prst="textNoShape">
              <a:avLst/>
            </a:prstTxWarp>
          </a:bodyPr>
          <a:lstStyle>
            <a:lvl1pPr algn="l" rtl="0" eaLnBrk="0" fontAlgn="base" hangingPunct="0">
              <a:spcAft>
                <a:spcPct val="0"/>
              </a:spcAft>
              <a:defRPr lang="en-US" sz="2000" smtClean="0">
                <a:solidFill>
                  <a:schemeClr val="tx1"/>
                </a:solidFill>
                <a:latin typeface="+mn-lt"/>
                <a:ea typeface="+mn-ea"/>
                <a:cs typeface="+mn-cs"/>
              </a:defRPr>
            </a:lvl1pPr>
            <a:lvl2pPr algn="l" rtl="0" eaLnBrk="0" fontAlgn="base" hangingPunct="0">
              <a:spcAft>
                <a:spcPct val="0"/>
              </a:spcAft>
              <a:defRPr lang="en-US" sz="1800" smtClean="0">
                <a:solidFill>
                  <a:schemeClr val="tx1"/>
                </a:solidFill>
                <a:latin typeface="+mn-lt"/>
                <a:ea typeface="+mn-ea"/>
                <a:cs typeface="+mn-cs"/>
              </a:defRPr>
            </a:lvl2pPr>
            <a:lvl3pPr algn="l" rtl="0" eaLnBrk="0" fontAlgn="base" hangingPunct="0">
              <a:spcAft>
                <a:spcPct val="0"/>
              </a:spcAft>
              <a:defRPr lang="en-US" sz="1800" smtClean="0">
                <a:solidFill>
                  <a:schemeClr val="tx1"/>
                </a:solidFill>
                <a:latin typeface="+mn-lt"/>
                <a:ea typeface="+mn-ea"/>
                <a:cs typeface="+mn-cs"/>
              </a:defRPr>
            </a:lvl3pPr>
            <a:lvl4pPr algn="l" rtl="0" eaLnBrk="0" fontAlgn="base" hangingPunct="0">
              <a:spcAft>
                <a:spcPct val="0"/>
              </a:spcAft>
              <a:defRPr lang="en-US" sz="1800" smtClean="0">
                <a:solidFill>
                  <a:schemeClr val="tx1"/>
                </a:solidFill>
                <a:latin typeface="+mn-lt"/>
                <a:ea typeface="+mn-ea"/>
                <a:cs typeface="+mn-cs"/>
              </a:defRPr>
            </a:lvl4pPr>
            <a:lvl5pPr algn="l" rtl="0" eaLnBrk="0" fontAlgn="base" hangingPunct="0">
              <a:spcAft>
                <a:spcPct val="0"/>
              </a:spcAft>
              <a:defRPr lang="en-US" sz="1800">
                <a:solidFill>
                  <a:schemeClr val="tx1"/>
                </a:solidFill>
                <a:latin typeface="+mn-lt"/>
                <a:ea typeface="+mn-ea"/>
                <a:cs typeface="+mn-cs"/>
              </a:defRPr>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3"/>
          <p:cNvSpPr>
            <a:spLocks noGrp="1"/>
          </p:cNvSpPr>
          <p:nvPr>
            <p:ph type="body" sz="half" idx="2"/>
          </p:nvPr>
        </p:nvSpPr>
        <p:spPr>
          <a:xfrm>
            <a:off x="457219" y="1076328"/>
            <a:ext cx="3008313" cy="3518297"/>
          </a:xfrm>
        </p:spPr>
        <p:txBody>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B1F5D59E-3020-483D-90FC-392986F41C50}"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41799678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1"/>
            <a:ext cx="5486400" cy="425054"/>
          </a:xfrm>
        </p:spPr>
        <p:txBody>
          <a:bodyPr anchor="b"/>
          <a:lstStyle>
            <a:lvl1pPr algn="l">
              <a:defRPr sz="2000" b="1">
                <a:solidFill>
                  <a:schemeClr val="tx2"/>
                </a:solidFill>
              </a:defRPr>
            </a:lvl1pPr>
          </a:lstStyle>
          <a:p>
            <a:r>
              <a:rPr lang="en-US" dirty="0" smtClean="0"/>
              <a:t>Click to edit Master title style</a:t>
            </a:r>
            <a:endParaRPr lang="en-US" dirty="0"/>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smtClean="0"/>
          </a:p>
        </p:txBody>
      </p:sp>
      <p:sp>
        <p:nvSpPr>
          <p:cNvPr id="4" name="Text Placeholder 3"/>
          <p:cNvSpPr>
            <a:spLocks noGrp="1"/>
          </p:cNvSpPr>
          <p:nvPr>
            <p:ph type="body" sz="half" idx="2"/>
          </p:nvPr>
        </p:nvSpPr>
        <p:spPr>
          <a:xfrm>
            <a:off x="1792288" y="4025544"/>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7E2DB302-961D-41B7-BD2E-EA757E550C4C}"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5096903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89852D4D-CA63-4F5E-A04D-C043C1229BEE}"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19258655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9568" y="107197"/>
            <a:ext cx="2141537" cy="4301729"/>
          </a:xfrm>
        </p:spPr>
        <p:txBody>
          <a:bodyPr vert="eaVert"/>
          <a:lstStyle>
            <a:lvl1pPr>
              <a:defRPr>
                <a:solidFill>
                  <a:schemeClr val="tx2"/>
                </a:solidFill>
              </a:defRPr>
            </a:lvl1pPr>
          </a:lstStyle>
          <a:p>
            <a:r>
              <a:rPr lang="en-US" dirty="0" smtClean="0"/>
              <a:t>Click to edit Master title style</a:t>
            </a:r>
            <a:endParaRPr lang="en-US" dirty="0"/>
          </a:p>
        </p:txBody>
      </p:sp>
      <p:sp>
        <p:nvSpPr>
          <p:cNvPr id="3" name="Vertical Text Placeholder 2"/>
          <p:cNvSpPr>
            <a:spLocks noGrp="1"/>
          </p:cNvSpPr>
          <p:nvPr>
            <p:ph type="body" orient="vert" idx="1"/>
          </p:nvPr>
        </p:nvSpPr>
        <p:spPr>
          <a:xfrm>
            <a:off x="231775" y="107197"/>
            <a:ext cx="6275388" cy="430172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6"/>
          <p:cNvSpPr>
            <a:spLocks noGrp="1" noChangeArrowheads="1"/>
          </p:cNvSpPr>
          <p:nvPr>
            <p:ph type="sldNum" sz="quarter" idx="10"/>
          </p:nvPr>
        </p:nvSpPr>
        <p:spPr>
          <a:ln/>
        </p:spPr>
        <p:txBody>
          <a:bodyPr/>
          <a:lstStyle>
            <a:lvl1pPr>
              <a:defRPr/>
            </a:lvl1pPr>
          </a:lstStyle>
          <a:p>
            <a:fld id="{1C0706DD-24B8-4851-91EA-2616D1811F38}" type="slidenum">
              <a:rPr lang="en-US">
                <a:solidFill>
                  <a:srgbClr val="000000"/>
                </a:solidFill>
              </a:rPr>
              <a:pPr/>
              <a:t>‹#›</a:t>
            </a:fld>
            <a:endParaRPr lang="en-US" dirty="0">
              <a:solidFill>
                <a:srgbClr val="000000"/>
              </a:solidFill>
            </a:endParaRPr>
          </a:p>
        </p:txBody>
      </p:sp>
    </p:spTree>
    <p:extLst>
      <p:ext uri="{BB962C8B-B14F-4D97-AF65-F5344CB8AC3E}">
        <p14:creationId xmlns:p14="http://schemas.microsoft.com/office/powerpoint/2010/main" val="31780073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smtClean="0"/>
              <a:t>Click to edit Master title style</a:t>
            </a:r>
            <a:endParaRPr lang="en-US" dirty="0"/>
          </a:p>
        </p:txBody>
      </p:sp>
      <p:sp>
        <p:nvSpPr>
          <p:cNvPr id="3" name="Rectangle 6"/>
          <p:cNvSpPr>
            <a:spLocks noGrp="1" noChangeArrowheads="1"/>
          </p:cNvSpPr>
          <p:nvPr>
            <p:ph type="sldNum" sz="quarter" idx="10"/>
          </p:nvPr>
        </p:nvSpPr>
        <p:spPr>
          <a:ln/>
        </p:spPr>
        <p:txBody>
          <a:bodyPr/>
          <a:lstStyle>
            <a:lvl1pPr>
              <a:defRPr/>
            </a:lvl1pPr>
          </a:lstStyle>
          <a:p>
            <a:fld id="{803D9FE4-F784-4A94-8F3E-54A098F0E8CC}" type="slidenum">
              <a:rPr lang="en-US">
                <a:solidFill>
                  <a:srgbClr val="000000"/>
                </a:solidFill>
              </a:rPr>
              <a:pPr/>
              <a:t>‹#›</a:t>
            </a:fld>
            <a:endParaRPr lang="en-US" dirty="0">
              <a:solidFill>
                <a:srgbClr val="000000"/>
              </a:solidFill>
            </a:endParaRPr>
          </a:p>
        </p:txBody>
      </p:sp>
      <p:sp>
        <p:nvSpPr>
          <p:cNvPr id="4" name="Rectangle 3"/>
          <p:cNvSpPr/>
          <p:nvPr userDrawn="1"/>
        </p:nvSpPr>
        <p:spPr>
          <a:xfrm>
            <a:off x="67" y="4741069"/>
            <a:ext cx="8810625" cy="349758"/>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pic>
        <p:nvPicPr>
          <p:cNvPr id="5" name="Picture 8" descr="ti_logo_powerpoint_1_line.png"/>
          <p:cNvPicPr>
            <a:picLocks noChangeAspect="1"/>
          </p:cNvPicPr>
          <p:nvPr userDrawn="1"/>
        </p:nvPicPr>
        <p:blipFill>
          <a:blip r:embed="rId2" cstate="print"/>
          <a:srcRect/>
          <a:stretch>
            <a:fillRect/>
          </a:stretch>
        </p:blipFill>
        <p:spPr bwMode="auto">
          <a:xfrm>
            <a:off x="6675448" y="4830400"/>
            <a:ext cx="1874837" cy="173831"/>
          </a:xfrm>
          <a:prstGeom prst="rect">
            <a:avLst/>
          </a:prstGeom>
          <a:noFill/>
          <a:ln w="9525">
            <a:noFill/>
            <a:miter lim="800000"/>
            <a:headEnd/>
            <a:tailEnd/>
          </a:ln>
        </p:spPr>
      </p:pic>
      <p:sp>
        <p:nvSpPr>
          <p:cNvPr id="6" name="Content Placeholder 2"/>
          <p:cNvSpPr>
            <a:spLocks noGrp="1"/>
          </p:cNvSpPr>
          <p:nvPr>
            <p:ph idx="1"/>
          </p:nvPr>
        </p:nvSpPr>
        <p:spPr>
          <a:xfrm>
            <a:off x="333442" y="786352"/>
            <a:ext cx="8467725" cy="3709449"/>
          </a:xfrm>
        </p:spPr>
        <p:txBody>
          <a:bodyPr/>
          <a:lstStyle>
            <a:lvl1pPr>
              <a:spcBef>
                <a:spcPts val="800"/>
              </a:spcBef>
              <a:defRPr/>
            </a:lvl1pPr>
            <a:lvl3pPr>
              <a:defRPr sz="1800"/>
            </a:lvl3pPr>
            <a:lvl4pPr>
              <a:defRPr sz="1800"/>
            </a:lvl4pPr>
            <a:lvl5pPr>
              <a:defRPr sz="1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362578571"/>
      </p:ext>
    </p:extLst>
  </p:cSld>
  <p:clrMapOvr>
    <a:masterClrMapping/>
  </p:clrMapOvr>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dirty="0" smtClean="0"/>
              <a:t>Click to edit Master title style</a:t>
            </a:r>
            <a:endParaRPr lang="en-US" dirty="0"/>
          </a:p>
        </p:txBody>
      </p:sp>
      <p:sp>
        <p:nvSpPr>
          <p:cNvPr id="3" name="Rectangle 6"/>
          <p:cNvSpPr>
            <a:spLocks noGrp="1" noChangeArrowheads="1"/>
          </p:cNvSpPr>
          <p:nvPr>
            <p:ph type="sldNum" sz="quarter" idx="10"/>
          </p:nvPr>
        </p:nvSpPr>
        <p:spPr>
          <a:ln/>
        </p:spPr>
        <p:txBody>
          <a:bodyPr/>
          <a:lstStyle>
            <a:lvl1pPr>
              <a:defRPr/>
            </a:lvl1pPr>
          </a:lstStyle>
          <a:p>
            <a:fld id="{803D9FE4-F784-4A94-8F3E-54A098F0E8CC}" type="slidenum">
              <a:rPr lang="en-US"/>
              <a:pPr/>
              <a:t>‹#›</a:t>
            </a:fld>
            <a:endParaRPr lang="en-US" dirty="0"/>
          </a:p>
        </p:txBody>
      </p:sp>
      <p:sp>
        <p:nvSpPr>
          <p:cNvPr id="4" name="Rectangle 3"/>
          <p:cNvSpPr/>
          <p:nvPr userDrawn="1"/>
        </p:nvSpPr>
        <p:spPr>
          <a:xfrm>
            <a:off x="9" y="4741069"/>
            <a:ext cx="8810625" cy="349758"/>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lIns="91404" tIns="45702" rIns="91404" bIns="45702" rtlCol="0" anchor="ctr"/>
          <a:lstStyle/>
          <a:p>
            <a:pPr algn="ctr"/>
            <a:endParaRPr lang="en-US" dirty="0"/>
          </a:p>
        </p:txBody>
      </p:sp>
      <p:pic>
        <p:nvPicPr>
          <p:cNvPr id="5" name="Picture 8" descr="ti_logo_powerpoint_1_line.png"/>
          <p:cNvPicPr>
            <a:picLocks noChangeAspect="1"/>
          </p:cNvPicPr>
          <p:nvPr userDrawn="1"/>
        </p:nvPicPr>
        <p:blipFill>
          <a:blip r:embed="rId2" cstate="print"/>
          <a:srcRect/>
          <a:stretch>
            <a:fillRect/>
          </a:stretch>
        </p:blipFill>
        <p:spPr bwMode="auto">
          <a:xfrm>
            <a:off x="6675448" y="4830376"/>
            <a:ext cx="1874837" cy="173831"/>
          </a:xfrm>
          <a:prstGeom prst="rect">
            <a:avLst/>
          </a:prstGeom>
          <a:noFill/>
          <a:ln w="9525">
            <a:noFill/>
            <a:miter lim="800000"/>
            <a:headEnd/>
            <a:tailEnd/>
          </a:ln>
        </p:spPr>
      </p:pic>
      <p:sp>
        <p:nvSpPr>
          <p:cNvPr id="6" name="Content Placeholder 2"/>
          <p:cNvSpPr>
            <a:spLocks noGrp="1"/>
          </p:cNvSpPr>
          <p:nvPr>
            <p:ph idx="1"/>
          </p:nvPr>
        </p:nvSpPr>
        <p:spPr>
          <a:xfrm>
            <a:off x="333391" y="786352"/>
            <a:ext cx="8467725" cy="3709449"/>
          </a:xfrm>
        </p:spPr>
        <p:txBody>
          <a:bodyPr/>
          <a:lstStyle>
            <a:lvl1pPr>
              <a:spcBef>
                <a:spcPts val="800"/>
              </a:spcBef>
              <a:defRPr/>
            </a:lvl1pPr>
            <a:lvl3pPr>
              <a:defRPr sz="1800"/>
            </a:lvl3pPr>
            <a:lvl4pPr>
              <a:defRPr sz="1800"/>
            </a:lvl4pPr>
            <a:lvl5pPr>
              <a:defRPr sz="18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p>
        </p:txBody>
      </p:sp>
    </p:spTree>
    <p:extLst>
      <p:ext uri="{BB962C8B-B14F-4D97-AF65-F5344CB8AC3E}">
        <p14:creationId xmlns:p14="http://schemas.microsoft.com/office/powerpoint/2010/main" val="3976923822"/>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p:cNvSpPr/>
          <p:nvPr/>
        </p:nvSpPr>
        <p:spPr>
          <a:xfrm>
            <a:off x="83" y="4743450"/>
            <a:ext cx="8804275" cy="342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dirty="0">
              <a:solidFill>
                <a:srgbClr val="FFFFFF"/>
              </a:solidFill>
            </a:endParaRPr>
          </a:p>
        </p:txBody>
      </p:sp>
      <p:sp>
        <p:nvSpPr>
          <p:cNvPr id="19" name="Rectangle 18"/>
          <p:cNvSpPr/>
          <p:nvPr/>
        </p:nvSpPr>
        <p:spPr>
          <a:xfrm>
            <a:off x="41358" y="4743450"/>
            <a:ext cx="8740775" cy="3429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endParaRPr lang="en-US" dirty="0">
              <a:solidFill>
                <a:srgbClr val="FFFFFF"/>
              </a:solidFill>
            </a:endParaRPr>
          </a:p>
        </p:txBody>
      </p:sp>
      <p:sp>
        <p:nvSpPr>
          <p:cNvPr id="22" name="Rectangle 21"/>
          <p:cNvSpPr/>
          <p:nvPr/>
        </p:nvSpPr>
        <p:spPr>
          <a:xfrm>
            <a:off x="83" y="4741069"/>
            <a:ext cx="8810625" cy="349758"/>
          </a:xfrm>
          <a:prstGeom prst="rect">
            <a:avLst/>
          </a:prstGeom>
          <a:solidFill>
            <a:schemeClr val="bg1"/>
          </a:solidFill>
          <a:ln w="9525">
            <a:solidFill>
              <a:srgbClr val="AAAAAA"/>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pic>
        <p:nvPicPr>
          <p:cNvPr id="1028" name="Picture 8" descr="ti_logo_powerpoint_1_line.png"/>
          <p:cNvPicPr>
            <a:picLocks noChangeAspect="1"/>
          </p:cNvPicPr>
          <p:nvPr/>
        </p:nvPicPr>
        <p:blipFill>
          <a:blip r:embed="rId19" cstate="print"/>
          <a:srcRect/>
          <a:stretch>
            <a:fillRect/>
          </a:stretch>
        </p:blipFill>
        <p:spPr bwMode="auto">
          <a:xfrm>
            <a:off x="6675448" y="4830408"/>
            <a:ext cx="1874837" cy="173831"/>
          </a:xfrm>
          <a:prstGeom prst="rect">
            <a:avLst/>
          </a:prstGeom>
          <a:noFill/>
          <a:ln w="9525">
            <a:noFill/>
            <a:miter lim="800000"/>
            <a:headEnd/>
            <a:tailEnd/>
          </a:ln>
        </p:spPr>
      </p:pic>
      <p:sp>
        <p:nvSpPr>
          <p:cNvPr id="1029" name="Rectangle 2"/>
          <p:cNvSpPr>
            <a:spLocks noGrp="1" noChangeArrowheads="1"/>
          </p:cNvSpPr>
          <p:nvPr>
            <p:ph type="title"/>
          </p:nvPr>
        </p:nvSpPr>
        <p:spPr bwMode="auto">
          <a:xfrm>
            <a:off x="231775" y="107156"/>
            <a:ext cx="8458200" cy="61079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smtClean="0"/>
              <a:t>Click to edit Master title style</a:t>
            </a:r>
          </a:p>
        </p:txBody>
      </p:sp>
      <p:sp>
        <p:nvSpPr>
          <p:cNvPr id="1030" name="Rectangle 3"/>
          <p:cNvSpPr>
            <a:spLocks noGrp="1" noChangeArrowheads="1"/>
          </p:cNvSpPr>
          <p:nvPr>
            <p:ph type="body" idx="1"/>
          </p:nvPr>
        </p:nvSpPr>
        <p:spPr bwMode="auto">
          <a:xfrm>
            <a:off x="333458" y="794183"/>
            <a:ext cx="8467725" cy="3701653"/>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 name="Rectangle 6"/>
          <p:cNvSpPr>
            <a:spLocks noGrp="1" noChangeArrowheads="1"/>
          </p:cNvSpPr>
          <p:nvPr>
            <p:ph type="sldNum" sz="quarter" idx="4"/>
          </p:nvPr>
        </p:nvSpPr>
        <p:spPr bwMode="auto">
          <a:xfrm>
            <a:off x="6996835" y="4821302"/>
            <a:ext cx="2133600" cy="154781"/>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800"/>
            </a:lvl1pPr>
          </a:lstStyle>
          <a:p>
            <a:fld id="{3144B24B-BAB1-431A-82C6-36E096187F50}" type="slidenum">
              <a:rPr lang="en-US">
                <a:solidFill>
                  <a:srgbClr val="000000"/>
                </a:solidFill>
                <a:latin typeface="Arial"/>
                <a:cs typeface="Arial" charset="0"/>
              </a:rPr>
              <a:pPr/>
              <a:t>‹#›</a:t>
            </a:fld>
            <a:endParaRPr lang="en-US" dirty="0">
              <a:solidFill>
                <a:srgbClr val="000000"/>
              </a:solidFill>
              <a:latin typeface="Arial"/>
              <a:cs typeface="Arial" charset="0"/>
            </a:endParaRPr>
          </a:p>
        </p:txBody>
      </p:sp>
      <p:sp>
        <p:nvSpPr>
          <p:cNvPr id="10" name="Text Box 31"/>
          <p:cNvSpPr txBox="1">
            <a:spLocks noChangeArrowheads="1"/>
          </p:cNvSpPr>
          <p:nvPr/>
        </p:nvSpPr>
        <p:spPr bwMode="auto">
          <a:xfrm>
            <a:off x="314325" y="4812926"/>
            <a:ext cx="2533650" cy="215444"/>
          </a:xfrm>
          <a:prstGeom prst="rect">
            <a:avLst/>
          </a:prstGeom>
          <a:noFill/>
          <a:ln w="9525">
            <a:noFill/>
            <a:miter lim="800000"/>
            <a:headEnd/>
            <a:tailEnd/>
          </a:ln>
          <a:effectLst/>
        </p:spPr>
        <p:txBody>
          <a:bodyPr>
            <a:spAutoFit/>
          </a:bodyPr>
          <a:lstStyle/>
          <a:p>
            <a:pPr>
              <a:spcBef>
                <a:spcPct val="50000"/>
              </a:spcBef>
              <a:defRPr/>
            </a:pPr>
            <a:r>
              <a:rPr lang="en-US" sz="800" dirty="0">
                <a:solidFill>
                  <a:srgbClr val="000000"/>
                </a:solidFill>
                <a:latin typeface="Arial"/>
                <a:cs typeface="Arial" charset="0"/>
              </a:rPr>
              <a:t>TI Information – Selective Disclosure</a:t>
            </a:r>
          </a:p>
        </p:txBody>
      </p:sp>
      <p:grpSp>
        <p:nvGrpSpPr>
          <p:cNvPr id="3" name="Group 2"/>
          <p:cNvGrpSpPr/>
          <p:nvPr userDrawn="1"/>
        </p:nvGrpSpPr>
        <p:grpSpPr>
          <a:xfrm>
            <a:off x="6931849" y="79"/>
            <a:ext cx="1967009" cy="461665"/>
            <a:chOff x="6931827" y="68"/>
            <a:chExt cx="1967009" cy="461665"/>
          </a:xfrm>
        </p:grpSpPr>
        <p:sp>
          <p:nvSpPr>
            <p:cNvPr id="15" name="TextBox 14"/>
            <p:cNvSpPr txBox="1"/>
            <p:nvPr/>
          </p:nvSpPr>
          <p:spPr>
            <a:xfrm>
              <a:off x="6931827" y="68"/>
              <a:ext cx="999596" cy="461665"/>
            </a:xfrm>
            <a:prstGeom prst="rect">
              <a:avLst/>
            </a:prstGeom>
            <a:noFill/>
          </p:spPr>
          <p:txBody>
            <a:bodyPr wrap="square" rtlCol="0">
              <a:spAutoFit/>
            </a:bodyPr>
            <a:lstStyle/>
            <a:p>
              <a:pPr fontAlgn="auto">
                <a:spcBef>
                  <a:spcPts val="0"/>
                </a:spcBef>
                <a:spcAft>
                  <a:spcPts val="0"/>
                </a:spcAft>
              </a:pPr>
              <a:r>
                <a:rPr lang="en-US" sz="2400" b="1" dirty="0" smtClean="0">
                  <a:solidFill>
                    <a:srgbClr val="000000"/>
                  </a:solidFill>
                  <a:latin typeface="Arial Black" panose="020B0A04020102020204" pitchFamily="34" charset="0"/>
                  <a:cs typeface="Arial" charset="0"/>
                </a:rPr>
                <a:t>2016</a:t>
              </a:r>
            </a:p>
          </p:txBody>
        </p:sp>
        <p:sp>
          <p:nvSpPr>
            <p:cNvPr id="16" name="TextBox 15"/>
            <p:cNvSpPr txBox="1"/>
            <p:nvPr/>
          </p:nvSpPr>
          <p:spPr>
            <a:xfrm>
              <a:off x="7791740" y="21936"/>
              <a:ext cx="1107096" cy="430887"/>
            </a:xfrm>
            <a:prstGeom prst="rect">
              <a:avLst/>
            </a:prstGeom>
            <a:noFill/>
          </p:spPr>
          <p:txBody>
            <a:bodyPr wrap="square" rtlCol="0">
              <a:spAutoFit/>
            </a:bodyPr>
            <a:lstStyle/>
            <a:p>
              <a:pPr fontAlgn="auto">
                <a:spcBef>
                  <a:spcPts val="0"/>
                </a:spcBef>
                <a:spcAft>
                  <a:spcPts val="0"/>
                </a:spcAft>
              </a:pPr>
              <a:r>
                <a:rPr lang="en-US" sz="1100" b="1" dirty="0" smtClean="0">
                  <a:solidFill>
                    <a:srgbClr val="000000"/>
                  </a:solidFill>
                  <a:latin typeface="Arial"/>
                  <a:cs typeface="Arial" charset="0"/>
                </a:rPr>
                <a:t>Execute and gain share</a:t>
              </a:r>
            </a:p>
          </p:txBody>
        </p:sp>
      </p:grpSp>
    </p:spTree>
    <p:extLst>
      <p:ext uri="{BB962C8B-B14F-4D97-AF65-F5344CB8AC3E}">
        <p14:creationId xmlns:p14="http://schemas.microsoft.com/office/powerpoint/2010/main" val="2993946277"/>
      </p:ext>
    </p:extLst>
  </p:cSld>
  <p:clrMap bg1="lt1" tx1="dk1" bg2="lt2" tx2="dk2" accent1="accent1" accent2="accent2" accent3="accent3" accent4="accent4" accent5="accent5" accent6="accent6" hlink="hlink" folHlink="folHlink"/>
  <p:sldLayoutIdLst>
    <p:sldLayoutId id="2147483798" r:id="rId1"/>
    <p:sldLayoutId id="2147483784" r:id="rId2"/>
    <p:sldLayoutId id="2147483785" r:id="rId3"/>
    <p:sldLayoutId id="2147483786" r:id="rId4"/>
    <p:sldLayoutId id="2147483787" r:id="rId5"/>
    <p:sldLayoutId id="2147483788" r:id="rId6"/>
    <p:sldLayoutId id="2147483789" r:id="rId7"/>
    <p:sldLayoutId id="2147483790" r:id="rId8"/>
    <p:sldLayoutId id="2147483791" r:id="rId9"/>
    <p:sldLayoutId id="2147483792" r:id="rId10"/>
    <p:sldLayoutId id="2147483793" r:id="rId11"/>
    <p:sldLayoutId id="2147483794" r:id="rId12"/>
    <p:sldLayoutId id="2147483795" r:id="rId13"/>
    <p:sldLayoutId id="2147483796" r:id="rId14"/>
    <p:sldLayoutId id="2147483797" r:id="rId15"/>
    <p:sldLayoutId id="2147483777" r:id="rId16"/>
    <p:sldLayoutId id="2147483799" r:id="rId17"/>
  </p:sldLayoutIdLst>
  <p:timing>
    <p:tnLst>
      <p:par>
        <p:cTn id="1" dur="indefinite" restart="never" nodeType="tmRoot"/>
      </p:par>
    </p:tnLst>
  </p:timing>
  <p:hf hdr="0" ftr="0" dt="0"/>
  <p:txStyles>
    <p:titleStyle>
      <a:lvl1pPr algn="l" rtl="0" eaLnBrk="0" fontAlgn="base" hangingPunct="0">
        <a:lnSpc>
          <a:spcPct val="85000"/>
        </a:lnSpc>
        <a:spcBef>
          <a:spcPct val="0"/>
        </a:spcBef>
        <a:spcAft>
          <a:spcPct val="0"/>
        </a:spcAft>
        <a:defRPr sz="3200" b="1">
          <a:solidFill>
            <a:schemeClr val="tx2"/>
          </a:solidFill>
          <a:latin typeface="+mj-lt"/>
          <a:ea typeface="+mj-ea"/>
          <a:cs typeface="+mj-cs"/>
        </a:defRPr>
      </a:lvl1pPr>
      <a:lvl2pPr algn="l" rtl="0" eaLnBrk="0" fontAlgn="base" hangingPunct="0">
        <a:lnSpc>
          <a:spcPct val="85000"/>
        </a:lnSpc>
        <a:spcBef>
          <a:spcPct val="0"/>
        </a:spcBef>
        <a:spcAft>
          <a:spcPct val="0"/>
        </a:spcAft>
        <a:defRPr sz="3200" b="1">
          <a:solidFill>
            <a:schemeClr val="tx2"/>
          </a:solidFill>
          <a:latin typeface="Arial" charset="0"/>
        </a:defRPr>
      </a:lvl2pPr>
      <a:lvl3pPr algn="l" rtl="0" eaLnBrk="0" fontAlgn="base" hangingPunct="0">
        <a:lnSpc>
          <a:spcPct val="85000"/>
        </a:lnSpc>
        <a:spcBef>
          <a:spcPct val="0"/>
        </a:spcBef>
        <a:spcAft>
          <a:spcPct val="0"/>
        </a:spcAft>
        <a:defRPr sz="3200" b="1">
          <a:solidFill>
            <a:schemeClr val="tx2"/>
          </a:solidFill>
          <a:latin typeface="Arial" charset="0"/>
        </a:defRPr>
      </a:lvl3pPr>
      <a:lvl4pPr algn="l" rtl="0" eaLnBrk="0" fontAlgn="base" hangingPunct="0">
        <a:lnSpc>
          <a:spcPct val="85000"/>
        </a:lnSpc>
        <a:spcBef>
          <a:spcPct val="0"/>
        </a:spcBef>
        <a:spcAft>
          <a:spcPct val="0"/>
        </a:spcAft>
        <a:defRPr sz="3200" b="1">
          <a:solidFill>
            <a:schemeClr val="tx2"/>
          </a:solidFill>
          <a:latin typeface="Arial" charset="0"/>
        </a:defRPr>
      </a:lvl4pPr>
      <a:lvl5pPr algn="l" rtl="0" eaLnBrk="0" fontAlgn="base" hangingPunct="0">
        <a:lnSpc>
          <a:spcPct val="85000"/>
        </a:lnSpc>
        <a:spcBef>
          <a:spcPct val="0"/>
        </a:spcBef>
        <a:spcAft>
          <a:spcPct val="0"/>
        </a:spcAft>
        <a:defRPr sz="3200" b="1">
          <a:solidFill>
            <a:schemeClr val="tx2"/>
          </a:solidFill>
          <a:latin typeface="Arial" charset="0"/>
        </a:defRPr>
      </a:lvl5pPr>
      <a:lvl6pPr marL="457200" algn="l" rtl="0" fontAlgn="base">
        <a:lnSpc>
          <a:spcPct val="85000"/>
        </a:lnSpc>
        <a:spcBef>
          <a:spcPct val="0"/>
        </a:spcBef>
        <a:spcAft>
          <a:spcPct val="0"/>
        </a:spcAft>
        <a:defRPr sz="3200" b="1">
          <a:solidFill>
            <a:srgbClr val="FF0000"/>
          </a:solidFill>
          <a:latin typeface="Arial" charset="0"/>
        </a:defRPr>
      </a:lvl6pPr>
      <a:lvl7pPr marL="914400" algn="l" rtl="0" fontAlgn="base">
        <a:lnSpc>
          <a:spcPct val="85000"/>
        </a:lnSpc>
        <a:spcBef>
          <a:spcPct val="0"/>
        </a:spcBef>
        <a:spcAft>
          <a:spcPct val="0"/>
        </a:spcAft>
        <a:defRPr sz="3200" b="1">
          <a:solidFill>
            <a:srgbClr val="FF0000"/>
          </a:solidFill>
          <a:latin typeface="Arial" charset="0"/>
        </a:defRPr>
      </a:lvl7pPr>
      <a:lvl8pPr marL="1371600" algn="l" rtl="0" fontAlgn="base">
        <a:lnSpc>
          <a:spcPct val="85000"/>
        </a:lnSpc>
        <a:spcBef>
          <a:spcPct val="0"/>
        </a:spcBef>
        <a:spcAft>
          <a:spcPct val="0"/>
        </a:spcAft>
        <a:defRPr sz="3200" b="1">
          <a:solidFill>
            <a:srgbClr val="FF0000"/>
          </a:solidFill>
          <a:latin typeface="Arial" charset="0"/>
        </a:defRPr>
      </a:lvl8pPr>
      <a:lvl9pPr marL="1828800" algn="l" rtl="0" fontAlgn="base">
        <a:lnSpc>
          <a:spcPct val="85000"/>
        </a:lnSpc>
        <a:spcBef>
          <a:spcPct val="0"/>
        </a:spcBef>
        <a:spcAft>
          <a:spcPct val="0"/>
        </a:spcAft>
        <a:defRPr sz="3200" b="1">
          <a:solidFill>
            <a:srgbClr val="FF0000"/>
          </a:solidFill>
          <a:latin typeface="Arial" charset="0"/>
        </a:defRPr>
      </a:lvl9pPr>
    </p:titleStyle>
    <p:body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a:solidFill>
            <a:schemeClr val="tx1"/>
          </a:solidFill>
          <a:latin typeface="+mn-lt"/>
        </a:defRPr>
      </a:lvl3pPr>
      <a:lvl4pPr marL="1201738" indent="-233363" algn="l" rtl="0" eaLnBrk="0" fontAlgn="base" hangingPunct="0">
        <a:spcBef>
          <a:spcPct val="5000"/>
        </a:spcBef>
        <a:spcAft>
          <a:spcPct val="0"/>
        </a:spcAft>
        <a:buChar char="–"/>
        <a:defRPr>
          <a:solidFill>
            <a:schemeClr val="tx1"/>
          </a:solidFill>
          <a:latin typeface="+mn-lt"/>
        </a:defRPr>
      </a:lvl4pPr>
      <a:lvl5pPr marL="1489075" indent="-173038" algn="l" rtl="0" eaLnBrk="0" fontAlgn="base" hangingPunct="0">
        <a:spcBef>
          <a:spcPct val="0"/>
        </a:spcBef>
        <a:spcAft>
          <a:spcPct val="0"/>
        </a:spcAft>
        <a:buChar char="»"/>
        <a:defRPr>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13" Type="http://schemas.openxmlformats.org/officeDocument/2006/relationships/image" Target="../media/image6.png"/><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hyperlink" Target="https://maven.apache.org/" TargetMode="External"/><Relationship Id="rId2" Type="http://schemas.openxmlformats.org/officeDocument/2006/relationships/notesSlide" Target="../notesSlides/notesSlide1.xml"/><Relationship Id="rId1" Type="http://schemas.openxmlformats.org/officeDocument/2006/relationships/slideLayout" Target="../slideLayouts/slideLayout6.xml"/><Relationship Id="rId6" Type="http://schemas.openxmlformats.org/officeDocument/2006/relationships/slide" Target="slide6.xml"/><Relationship Id="rId11" Type="http://schemas.openxmlformats.org/officeDocument/2006/relationships/slide" Target="slide12.xml"/><Relationship Id="rId5" Type="http://schemas.openxmlformats.org/officeDocument/2006/relationships/slide" Target="slide5.xml"/><Relationship Id="rId10" Type="http://schemas.openxmlformats.org/officeDocument/2006/relationships/slide" Target="slide11.xml"/><Relationship Id="rId4" Type="http://schemas.openxmlformats.org/officeDocument/2006/relationships/slide" Target="slide4.xml"/><Relationship Id="rId9" Type="http://schemas.openxmlformats.org/officeDocument/2006/relationships/slide" Target="slide10.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hyperlink" Target="http://searchsoa.techtarget.com/definition/object-oriented-programming" TargetMode="Externa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hyperlink" Target="http://searchsoa.techtarget.com/definition/object" TargetMode="Externa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hyperlink" Target="http://www.wideskills.com/java-tutorial/java-classes-and-objects" TargetMode="External"/><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hyperlink" Target="http://www.wideskills.com/java-tutorial/java-classes-and-objects" TargetMode="External"/><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4.xml"/><Relationship Id="rId1" Type="http://schemas.openxmlformats.org/officeDocument/2006/relationships/slideLayout" Target="../slideLayouts/slideLayout6.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s>
</file>

<file path=ppt/slides/_rels/slide6.xml.rels><?xml version="1.0" encoding="UTF-8" standalone="yes"?>
<Relationships xmlns="http://schemas.openxmlformats.org/package/2006/relationships"><Relationship Id="rId3" Type="http://schemas.openxmlformats.org/officeDocument/2006/relationships/hyperlink" Target="http://beginnersbook.com/2013/05/java-interface/" TargetMode="External"/><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hyperlink" Target="http://tutorials.jenkov.com/java/annotations.html" TargetMode="External"/><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hyperlink" Target="https://www.tutorialspoint.com/jsp/jsp_overview.htm" TargetMode="External"/><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6.xml"/><Relationship Id="rId4" Type="http://schemas.openxmlformats.org/officeDocument/2006/relationships/hyperlink" Target="https://jquery.com/"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6.xml"/><Relationship Id="rId5" Type="http://schemas.openxmlformats.org/officeDocument/2006/relationships/image" Target="../media/image17.png"/><Relationship Id="rId4" Type="http://schemas.openxmlformats.org/officeDocument/2006/relationships/hyperlink" Target="http://www.w3schools.com/xml/xml_whatis.asp" TargetMode="External"/></Relationships>
</file>

<file path=ppt/slides/_rels/slide11.xml.rels><?xml version="1.0" encoding="UTF-8" standalone="yes"?>
<Relationships xmlns="http://schemas.openxmlformats.org/package/2006/relationships"><Relationship Id="rId3" Type="http://schemas.openxmlformats.org/officeDocument/2006/relationships/hyperlink" Target="http://www.mybatis.org/mybatis-3/" TargetMode="External"/><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hyperlink" Target="https://en.wikipedia.org/wiki/JavaServer_Pages" TargetMode="External"/><Relationship Id="rId13" Type="http://schemas.openxmlformats.org/officeDocument/2006/relationships/image" Target="../media/image22.png"/><Relationship Id="rId3" Type="http://schemas.openxmlformats.org/officeDocument/2006/relationships/hyperlink" Target="https://en.wikipedia.org/wiki/Apache_Tomcat" TargetMode="External"/><Relationship Id="rId7" Type="http://schemas.openxmlformats.org/officeDocument/2006/relationships/hyperlink" Target="https://en.wikipedia.org/wiki/Java_Servlet" TargetMode="External"/><Relationship Id="rId12" Type="http://schemas.openxmlformats.org/officeDocument/2006/relationships/hyperlink" Target="https://en.wikipedia.org/wiki/Hypertext_Transfer_Protocol" TargetMode="External"/><Relationship Id="rId17" Type="http://schemas.openxmlformats.org/officeDocument/2006/relationships/image" Target="../media/image26.png"/><Relationship Id="rId2" Type="http://schemas.openxmlformats.org/officeDocument/2006/relationships/notesSlide" Target="../notesSlides/notesSlide11.xml"/><Relationship Id="rId16" Type="http://schemas.openxmlformats.org/officeDocument/2006/relationships/image" Target="../media/image25.png"/><Relationship Id="rId1" Type="http://schemas.openxmlformats.org/officeDocument/2006/relationships/slideLayout" Target="../slideLayouts/slideLayout6.xml"/><Relationship Id="rId6" Type="http://schemas.openxmlformats.org/officeDocument/2006/relationships/hyperlink" Target="https://en.wikipedia.org/wiki/Java_Platform,_Enterprise_Edition" TargetMode="External"/><Relationship Id="rId11" Type="http://schemas.openxmlformats.org/officeDocument/2006/relationships/hyperlink" Target="https://en.wikipedia.org/wiki/Java_(programming_language)" TargetMode="External"/><Relationship Id="rId5" Type="http://schemas.openxmlformats.org/officeDocument/2006/relationships/hyperlink" Target="https://en.wikipedia.org/wiki/Apache_Software_Foundation" TargetMode="External"/><Relationship Id="rId15" Type="http://schemas.openxmlformats.org/officeDocument/2006/relationships/image" Target="../media/image24.png"/><Relationship Id="rId10" Type="http://schemas.openxmlformats.org/officeDocument/2006/relationships/hyperlink" Target="https://en.wikipedia.org/wiki/WebSocket" TargetMode="External"/><Relationship Id="rId4" Type="http://schemas.openxmlformats.org/officeDocument/2006/relationships/hyperlink" Target="https://en.wikipedia.org/wiki/Web_server" TargetMode="External"/><Relationship Id="rId9" Type="http://schemas.openxmlformats.org/officeDocument/2006/relationships/hyperlink" Target="https://en.wikipedia.org/wiki/Unified_Expression_Language" TargetMode="External"/><Relationship Id="rId14" Type="http://schemas.openxmlformats.org/officeDocument/2006/relationships/image" Target="../media/image23.png"/></Relationships>
</file>

<file path=ppt/slides/_rels/slide13.xml.rels><?xml version="1.0" encoding="UTF-8" standalone="yes"?>
<Relationships xmlns="http://schemas.openxmlformats.org/package/2006/relationships"><Relationship Id="rId3" Type="http://schemas.openxmlformats.org/officeDocument/2006/relationships/hyperlink" Target="https://en.wikipedia.org/wiki/Apache_Tomcat" TargetMode="External"/><Relationship Id="rId2" Type="http://schemas.openxmlformats.org/officeDocument/2006/relationships/notesSlide" Target="../notesSlides/notesSlide12.xml"/><Relationship Id="rId1" Type="http://schemas.openxmlformats.org/officeDocument/2006/relationships/slideLayout" Target="../slideLayouts/slideLayout6.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a:xfrm>
            <a:off x="357414" y="2699658"/>
            <a:ext cx="4604052" cy="843932"/>
          </a:xfrm>
        </p:spPr>
        <p:txBody>
          <a:bodyPr/>
          <a:lstStyle/>
          <a:p>
            <a:r>
              <a:rPr lang="en-US" sz="3200" dirty="0" smtClean="0">
                <a:solidFill>
                  <a:schemeClr val="tx2"/>
                </a:solidFill>
              </a:rPr>
              <a:t>Spring Framework Overview – Pre-work</a:t>
            </a:r>
            <a:endParaRPr lang="en-US" sz="3200" dirty="0">
              <a:solidFill>
                <a:schemeClr val="tx2"/>
              </a:solidFill>
            </a:endParaRPr>
          </a:p>
        </p:txBody>
      </p:sp>
      <p:sp>
        <p:nvSpPr>
          <p:cNvPr id="6" name="Subtitle 5"/>
          <p:cNvSpPr>
            <a:spLocks noGrp="1"/>
          </p:cNvSpPr>
          <p:nvPr>
            <p:ph type="subTitle" idx="1"/>
          </p:nvPr>
        </p:nvSpPr>
        <p:spPr>
          <a:xfrm>
            <a:off x="384629" y="3618229"/>
            <a:ext cx="8458200" cy="638086"/>
          </a:xfrm>
        </p:spPr>
        <p:txBody>
          <a:bodyPr numCol="2"/>
          <a:lstStyle/>
          <a:p>
            <a:pPr>
              <a:spcBef>
                <a:spcPts val="0"/>
              </a:spcBef>
            </a:pPr>
            <a:r>
              <a:rPr lang="en-US" sz="1600" dirty="0" smtClean="0">
                <a:latin typeface="+mj-lt"/>
              </a:rPr>
              <a:t>Rod Tumbaga</a:t>
            </a:r>
          </a:p>
          <a:p>
            <a:pPr>
              <a:spcBef>
                <a:spcPts val="0"/>
              </a:spcBef>
            </a:pPr>
            <a:r>
              <a:rPr lang="en-US" sz="1600" smtClean="0">
                <a:latin typeface="+mj-lt"/>
              </a:rPr>
              <a:t>Ryan Lamaroza</a:t>
            </a:r>
            <a:endParaRPr lang="en-US" sz="1600" dirty="0" smtClean="0">
              <a:latin typeface="+mj-lt"/>
            </a:endParaRPr>
          </a:p>
        </p:txBody>
      </p:sp>
      <p:sp>
        <p:nvSpPr>
          <p:cNvPr id="4" name="Slide Number Placeholder 3"/>
          <p:cNvSpPr>
            <a:spLocks noGrp="1"/>
          </p:cNvSpPr>
          <p:nvPr>
            <p:ph type="sldNum" sz="quarter" idx="4294967295"/>
          </p:nvPr>
        </p:nvSpPr>
        <p:spPr>
          <a:xfrm>
            <a:off x="7010400" y="4821242"/>
            <a:ext cx="2133600" cy="155575"/>
          </a:xfrm>
        </p:spPr>
        <p:txBody>
          <a:bodyPr/>
          <a:lstStyle/>
          <a:p>
            <a:fld id="{3B20521C-F793-4067-BB07-C7AF74E21EF3}" type="slidenum">
              <a:rPr lang="en-US" smtClean="0">
                <a:solidFill>
                  <a:srgbClr val="000000"/>
                </a:solidFill>
              </a:rPr>
              <a:pPr/>
              <a:t>1</a:t>
            </a:fld>
            <a:endParaRPr lang="en-US" dirty="0">
              <a:solidFill>
                <a:srgbClr val="000000"/>
              </a:solidFill>
            </a:endParaRPr>
          </a:p>
        </p:txBody>
      </p:sp>
    </p:spTree>
    <p:extLst>
      <p:ext uri="{BB962C8B-B14F-4D97-AF65-F5344CB8AC3E}">
        <p14:creationId xmlns:p14="http://schemas.microsoft.com/office/powerpoint/2010/main" val="232441876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p:cNvSpPr>
            <a:spLocks noGrp="1"/>
          </p:cNvSpPr>
          <p:nvPr>
            <p:ph type="title"/>
          </p:nvPr>
        </p:nvSpPr>
        <p:spPr>
          <a:xfrm>
            <a:off x="231775" y="107156"/>
            <a:ext cx="8458200" cy="610791"/>
          </a:xfrm>
        </p:spPr>
        <p:txBody>
          <a:bodyPr/>
          <a:lstStyle/>
          <a:p>
            <a:r>
              <a:rPr lang="en-US" dirty="0" smtClean="0"/>
              <a:t>Need To Knows</a:t>
            </a:r>
            <a:endParaRPr lang="en-US" dirty="0"/>
          </a:p>
        </p:txBody>
      </p:sp>
      <p:sp>
        <p:nvSpPr>
          <p:cNvPr id="3" name="Content Placeholder 2"/>
          <p:cNvSpPr>
            <a:spLocks noGrp="1"/>
          </p:cNvSpPr>
          <p:nvPr>
            <p:ph idx="1"/>
          </p:nvPr>
        </p:nvSpPr>
        <p:spPr>
          <a:xfrm>
            <a:off x="4571819" y="786352"/>
            <a:ext cx="3802923" cy="3709449"/>
          </a:xfrm>
        </p:spPr>
        <p:txBody>
          <a:bodyPr/>
          <a:lstStyle/>
          <a:p>
            <a:pPr>
              <a:buFont typeface="Wingdings 2" panose="05020102010507070707" pitchFamily="18" charset="2"/>
              <a:buChar char="R"/>
            </a:pPr>
            <a:r>
              <a:rPr lang="en-US" sz="1800" b="1" dirty="0" smtClean="0">
                <a:hlinkClick r:id="rId3" action="ppaction://hlinksldjump" tooltip="Object Oriented Programming Concepts"/>
              </a:rPr>
              <a:t>OOP Concept</a:t>
            </a:r>
            <a:endParaRPr lang="en-US" sz="1800" b="1" dirty="0" smtClean="0"/>
          </a:p>
          <a:p>
            <a:pPr>
              <a:buFont typeface="Wingdings 2" panose="05020102010507070707" pitchFamily="18" charset="2"/>
              <a:buChar char="R"/>
            </a:pPr>
            <a:r>
              <a:rPr lang="en-US" sz="1800" b="1" dirty="0" smtClean="0">
                <a:hlinkClick r:id="rId4" action="ppaction://hlinksldjump" tooltip="The Blue Print of Java Objects"/>
              </a:rPr>
              <a:t>Java Classes</a:t>
            </a:r>
            <a:r>
              <a:rPr lang="en-US" sz="1800" b="1" dirty="0" smtClean="0"/>
              <a:t> </a:t>
            </a:r>
          </a:p>
          <a:p>
            <a:pPr>
              <a:buFont typeface="Wingdings 2" panose="05020102010507070707" pitchFamily="18" charset="2"/>
              <a:buChar char="R"/>
            </a:pPr>
            <a:r>
              <a:rPr lang="en-US" sz="1800" b="1" dirty="0" smtClean="0">
                <a:hlinkClick r:id="rId5" action="ppaction://hlinksldjump" tooltip="The State and features of a Java Object"/>
              </a:rPr>
              <a:t>Java Methods and Variables</a:t>
            </a:r>
            <a:endParaRPr lang="en-US" sz="1800" b="1" dirty="0" smtClean="0"/>
          </a:p>
          <a:p>
            <a:pPr>
              <a:buFont typeface="Wingdings 2" panose="05020102010507070707" pitchFamily="18" charset="2"/>
              <a:buChar char="R"/>
            </a:pPr>
            <a:r>
              <a:rPr lang="en-US" sz="1800" b="1" dirty="0" smtClean="0">
                <a:hlinkClick r:id="rId6" action="ppaction://hlinksldjump" tooltip="Yet another way of abstracting Objects"/>
              </a:rPr>
              <a:t>Java Interfaces</a:t>
            </a:r>
            <a:endParaRPr lang="en-US" sz="1800" b="1" dirty="0" smtClean="0"/>
          </a:p>
          <a:p>
            <a:pPr>
              <a:buFont typeface="Wingdings 2" panose="05020102010507070707" pitchFamily="18" charset="2"/>
              <a:buChar char="R"/>
            </a:pPr>
            <a:r>
              <a:rPr lang="en-US" sz="1800" b="1" dirty="0" smtClean="0">
                <a:hlinkClick r:id="rId7" action="ppaction://hlinksldjump" tooltip="The meta data"/>
              </a:rPr>
              <a:t>Java Annotations</a:t>
            </a:r>
            <a:endParaRPr lang="en-US" sz="1800" b="1" dirty="0" smtClean="0"/>
          </a:p>
          <a:p>
            <a:pPr>
              <a:buFont typeface="Wingdings 2" panose="05020102010507070707" pitchFamily="18" charset="2"/>
              <a:buChar char="R"/>
            </a:pPr>
            <a:r>
              <a:rPr lang="en-US" sz="1800" b="1" dirty="0" err="1" smtClean="0">
                <a:hlinkClick r:id="rId8" action="ppaction://hlinksldjump" tooltip="Write less, do more"/>
              </a:rPr>
              <a:t>Jquery</a:t>
            </a:r>
            <a:endParaRPr lang="en-US" sz="1800" b="1" dirty="0" smtClean="0"/>
          </a:p>
          <a:p>
            <a:pPr>
              <a:buFont typeface="Wingdings 2" panose="05020102010507070707" pitchFamily="18" charset="2"/>
              <a:buChar char="R"/>
            </a:pPr>
            <a:r>
              <a:rPr lang="en-US" sz="1800" b="1" dirty="0" smtClean="0">
                <a:hlinkClick r:id="rId9" action="ppaction://hlinksldjump" tooltip="eXtensible Markup Language"/>
              </a:rPr>
              <a:t>XML</a:t>
            </a:r>
            <a:endParaRPr lang="en-US" sz="1800" b="1" dirty="0" smtClean="0"/>
          </a:p>
          <a:p>
            <a:pPr>
              <a:buFont typeface="Wingdings 2" panose="05020102010507070707" pitchFamily="18" charset="2"/>
              <a:buChar char="R"/>
            </a:pPr>
            <a:r>
              <a:rPr lang="en-US" sz="1800" b="1" dirty="0" err="1" smtClean="0">
                <a:hlinkClick r:id="rId10" action="ppaction://hlinksldjump" tooltip="Remove JDBC Boilerplate"/>
              </a:rPr>
              <a:t>MyBatis</a:t>
            </a:r>
            <a:endParaRPr lang="en-US" sz="1800" b="1" dirty="0" smtClean="0"/>
          </a:p>
          <a:p>
            <a:pPr>
              <a:buFont typeface="Wingdings 2" panose="05020102010507070707" pitchFamily="18" charset="2"/>
              <a:buChar char="R"/>
            </a:pPr>
            <a:r>
              <a:rPr lang="en-US" sz="1800" b="1" dirty="0" smtClean="0">
                <a:hlinkClick r:id="rId11" action="ppaction://hlinksldjump" tooltip="Where .war files are deployed"/>
              </a:rPr>
              <a:t>Tomcat Web </a:t>
            </a:r>
            <a:r>
              <a:rPr lang="en-US" sz="1800" b="1" dirty="0" smtClean="0">
                <a:hlinkClick r:id="rId11" action="ppaction://hlinksldjump" tooltip="Where .war files are deployed"/>
              </a:rPr>
              <a:t>Server</a:t>
            </a:r>
            <a:endParaRPr lang="en-US" sz="1800" b="1" dirty="0" smtClean="0"/>
          </a:p>
          <a:p>
            <a:pPr>
              <a:buFont typeface="Wingdings 2" panose="05020102010507070707" pitchFamily="18" charset="2"/>
              <a:buChar char="R"/>
            </a:pPr>
            <a:r>
              <a:rPr lang="en-US" sz="1800" b="1" dirty="0" smtClean="0">
                <a:hlinkClick r:id="rId12"/>
              </a:rPr>
              <a:t>Maven</a:t>
            </a:r>
            <a:endParaRPr lang="en-US" sz="1800" b="1" dirty="0" smtClean="0"/>
          </a:p>
          <a:p>
            <a:endParaRPr lang="en-US" sz="1800" b="1" dirty="0"/>
          </a:p>
        </p:txBody>
      </p:sp>
      <p:pic>
        <p:nvPicPr>
          <p:cNvPr id="1026" name="Picture 2" descr="Image result for ingredients png"/>
          <p:cNvPicPr>
            <a:picLocks noChangeAspect="1" noChangeArrowheads="1"/>
          </p:cNvPicPr>
          <p:nvPr/>
        </p:nvPicPr>
        <p:blipFill rotWithShape="1">
          <a:blip r:embed="rId13">
            <a:extLst>
              <a:ext uri="{28A0092B-C50C-407E-A947-70E740481C1C}">
                <a14:useLocalDpi xmlns:a14="http://schemas.microsoft.com/office/drawing/2010/main" val="0"/>
              </a:ext>
            </a:extLst>
          </a:blip>
          <a:srcRect r="33941"/>
          <a:stretch/>
        </p:blipFill>
        <p:spPr bwMode="auto">
          <a:xfrm>
            <a:off x="-10876" y="574328"/>
            <a:ext cx="3813619" cy="3590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65647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p:cNvGrpSpPr/>
          <p:nvPr/>
        </p:nvGrpSpPr>
        <p:grpSpPr>
          <a:xfrm>
            <a:off x="4192310" y="694736"/>
            <a:ext cx="4115341" cy="3912645"/>
            <a:chOff x="4192310" y="694736"/>
            <a:chExt cx="4115341" cy="3912645"/>
          </a:xfrm>
        </p:grpSpPr>
        <p:pic>
          <p:nvPicPr>
            <p:cNvPr id="2050" name="Picture 2" descr="Image result for box 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2310" y="694736"/>
              <a:ext cx="3353149" cy="33531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Image result for wheel 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18221" y="795095"/>
              <a:ext cx="3089430" cy="3089430"/>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descr="Image result for knots and bolts 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9251" y="2168981"/>
              <a:ext cx="2438400" cy="2438400"/>
            </a:xfrm>
            <a:prstGeom prst="rect">
              <a:avLst/>
            </a:prstGeom>
            <a:noFill/>
            <a:extLst>
              <a:ext uri="{909E8E84-426E-40DD-AFC4-6F175D3DCCD1}">
                <a14:hiddenFill xmlns:a14="http://schemas.microsoft.com/office/drawing/2010/main">
                  <a:solidFill>
                    <a:srgbClr val="FFFFFF"/>
                  </a:solidFill>
                </a14:hiddenFill>
              </a:ext>
            </a:extLst>
          </p:spPr>
        </p:pic>
      </p:grpSp>
      <p:sp>
        <p:nvSpPr>
          <p:cNvPr id="45" name="Title 1"/>
          <p:cNvSpPr>
            <a:spLocks noGrp="1"/>
          </p:cNvSpPr>
          <p:nvPr>
            <p:ph type="title"/>
          </p:nvPr>
        </p:nvSpPr>
        <p:spPr>
          <a:xfrm>
            <a:off x="231775" y="107156"/>
            <a:ext cx="8458200" cy="610791"/>
          </a:xfrm>
        </p:spPr>
        <p:txBody>
          <a:bodyPr/>
          <a:lstStyle/>
          <a:p>
            <a:r>
              <a:rPr lang="en-US" dirty="0" smtClean="0"/>
              <a:t>OOP Concept</a:t>
            </a:r>
            <a:endParaRPr lang="en-US" dirty="0"/>
          </a:p>
        </p:txBody>
      </p:sp>
      <p:sp>
        <p:nvSpPr>
          <p:cNvPr id="8" name="Content Placeholder 2"/>
          <p:cNvSpPr>
            <a:spLocks noGrp="1"/>
          </p:cNvSpPr>
          <p:nvPr>
            <p:ph idx="1"/>
          </p:nvPr>
        </p:nvSpPr>
        <p:spPr>
          <a:xfrm>
            <a:off x="333458" y="786353"/>
            <a:ext cx="4231069" cy="2276162"/>
          </a:xfrm>
          <a:noFill/>
          <a:ln>
            <a:noFill/>
          </a:ln>
          <a:effectLst/>
        </p:spPr>
        <p:txBody>
          <a:bodyPr/>
          <a:lstStyle/>
          <a:p>
            <a:pPr>
              <a:buFont typeface="Arial" panose="020B0604020202020204" pitchFamily="34" charset="0"/>
              <a:buChar char="•"/>
            </a:pPr>
            <a:r>
              <a:rPr lang="en-US" sz="1800" b="1" dirty="0" smtClean="0">
                <a:solidFill>
                  <a:srgbClr val="C00000"/>
                </a:solidFill>
              </a:rPr>
              <a:t>OOP</a:t>
            </a:r>
            <a:r>
              <a:rPr lang="en-US" sz="1800" dirty="0" smtClean="0">
                <a:solidFill>
                  <a:srgbClr val="C00000"/>
                </a:solidFill>
              </a:rPr>
              <a:t> </a:t>
            </a:r>
            <a:r>
              <a:rPr lang="en-US" sz="1800" dirty="0" smtClean="0"/>
              <a:t>(Object Oriented Programming) </a:t>
            </a:r>
            <a:r>
              <a:rPr lang="en-US" sz="1800" dirty="0"/>
              <a:t>is </a:t>
            </a:r>
            <a:r>
              <a:rPr lang="en-US" sz="1800" dirty="0" err="1"/>
              <a:t>is</a:t>
            </a:r>
            <a:r>
              <a:rPr lang="en-US" sz="1800" dirty="0"/>
              <a:t> a programming language model organized around </a:t>
            </a:r>
            <a:r>
              <a:rPr lang="en-US" sz="1800" u="sng" dirty="0">
                <a:hlinkClick r:id="rId6"/>
              </a:rPr>
              <a:t>objects</a:t>
            </a:r>
            <a:r>
              <a:rPr lang="en-US" sz="1800" dirty="0"/>
              <a:t> rather than "actions" and data rather than logic. Historically, a program has been viewed as a logical procedure that takes input data, processes it, and produces output data.</a:t>
            </a:r>
            <a:endParaRPr lang="en-US" sz="1800" dirty="0" smtClean="0"/>
          </a:p>
          <a:p>
            <a:pPr marL="0" indent="0">
              <a:buNone/>
            </a:pPr>
            <a:endParaRPr lang="en-US" sz="1800" dirty="0"/>
          </a:p>
          <a:p>
            <a:endParaRPr lang="en-US" sz="1800" dirty="0"/>
          </a:p>
        </p:txBody>
      </p:sp>
      <p:sp>
        <p:nvSpPr>
          <p:cNvPr id="5" name="Content Placeholder 2"/>
          <p:cNvSpPr txBox="1">
            <a:spLocks/>
          </p:cNvSpPr>
          <p:nvPr/>
        </p:nvSpPr>
        <p:spPr bwMode="auto">
          <a:xfrm>
            <a:off x="1871942" y="3935927"/>
            <a:ext cx="5385171" cy="767967"/>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algn="ctr"/>
            <a:r>
              <a:rPr lang="en-US" sz="1800" kern="0" dirty="0" smtClean="0">
                <a:hlinkClick r:id="rId7"/>
              </a:rPr>
              <a:t>http</a:t>
            </a:r>
            <a:r>
              <a:rPr lang="en-US" sz="1800" kern="0" dirty="0">
                <a:hlinkClick r:id="rId7"/>
              </a:rPr>
              <a:t>://</a:t>
            </a:r>
            <a:r>
              <a:rPr lang="en-US" sz="1800" kern="0" dirty="0" smtClean="0">
                <a:hlinkClick r:id="rId7"/>
              </a:rPr>
              <a:t>searchsoa.techtarget.com/definition/object-oriented-programming</a:t>
            </a:r>
            <a:r>
              <a:rPr lang="en-US" sz="1800" kern="0" dirty="0" smtClean="0"/>
              <a:t> .</a:t>
            </a:r>
          </a:p>
          <a:p>
            <a:pPr marL="0" indent="0">
              <a:buFontTx/>
              <a:buNone/>
            </a:pPr>
            <a:endParaRPr lang="en-US" sz="1800" kern="0" dirty="0" smtClean="0"/>
          </a:p>
          <a:p>
            <a:endParaRPr lang="en-US" sz="1800" kern="0" dirty="0"/>
          </a:p>
        </p:txBody>
      </p:sp>
      <p:sp>
        <p:nvSpPr>
          <p:cNvPr id="4" name="AutoShape 8" descr="Image result for knots and bolts 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81311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p:cNvSpPr>
            <a:spLocks noGrp="1"/>
          </p:cNvSpPr>
          <p:nvPr>
            <p:ph type="title"/>
          </p:nvPr>
        </p:nvSpPr>
        <p:spPr>
          <a:xfrm>
            <a:off x="231775" y="107156"/>
            <a:ext cx="8458200" cy="610791"/>
          </a:xfrm>
        </p:spPr>
        <p:txBody>
          <a:bodyPr/>
          <a:lstStyle/>
          <a:p>
            <a:r>
              <a:rPr lang="en-US" dirty="0" smtClean="0"/>
              <a:t>Java Classes</a:t>
            </a:r>
            <a:endParaRPr lang="en-US" dirty="0"/>
          </a:p>
        </p:txBody>
      </p:sp>
      <p:sp>
        <p:nvSpPr>
          <p:cNvPr id="8" name="Content Placeholder 2"/>
          <p:cNvSpPr>
            <a:spLocks noGrp="1"/>
          </p:cNvSpPr>
          <p:nvPr>
            <p:ph idx="1"/>
          </p:nvPr>
        </p:nvSpPr>
        <p:spPr>
          <a:xfrm>
            <a:off x="304429" y="742811"/>
            <a:ext cx="4267366" cy="2247132"/>
          </a:xfrm>
          <a:noFill/>
          <a:ln>
            <a:noFill/>
          </a:ln>
        </p:spPr>
        <p:txBody>
          <a:bodyPr/>
          <a:lstStyle/>
          <a:p>
            <a:pPr>
              <a:buFont typeface="Arial" panose="020B0604020202020204" pitchFamily="34" charset="0"/>
              <a:buChar char="•"/>
            </a:pPr>
            <a:r>
              <a:rPr lang="en-US" sz="1800" dirty="0" smtClean="0"/>
              <a:t>A </a:t>
            </a:r>
            <a:r>
              <a:rPr lang="en-US" sz="1800" b="1" dirty="0">
                <a:solidFill>
                  <a:srgbClr val="FF0000"/>
                </a:solidFill>
              </a:rPr>
              <a:t>class</a:t>
            </a:r>
            <a:r>
              <a:rPr lang="en-US" sz="1800" dirty="0"/>
              <a:t> is nothing but a </a:t>
            </a:r>
            <a:r>
              <a:rPr lang="en-US" sz="1800" b="1" dirty="0"/>
              <a:t>blueprint</a:t>
            </a:r>
            <a:r>
              <a:rPr lang="en-US" sz="1800" dirty="0"/>
              <a:t> or a </a:t>
            </a:r>
            <a:r>
              <a:rPr lang="en-US" sz="1800" b="1" dirty="0"/>
              <a:t>template</a:t>
            </a:r>
            <a:r>
              <a:rPr lang="en-US" sz="1800" dirty="0"/>
              <a:t> for creating different objects which defines its properties and behaviors. </a:t>
            </a:r>
            <a:r>
              <a:rPr lang="en-US" sz="1800" i="1" dirty="0"/>
              <a:t>Java class objects</a:t>
            </a:r>
            <a:r>
              <a:rPr lang="en-US" sz="1800" dirty="0"/>
              <a:t> exhibit the properties and behaviors defined by its class. A class can contain fields and methods to describe the behavior of an object.</a:t>
            </a:r>
          </a:p>
          <a:p>
            <a:endParaRPr lang="en-US" sz="1800" dirty="0"/>
          </a:p>
        </p:txBody>
      </p:sp>
      <p:sp>
        <p:nvSpPr>
          <p:cNvPr id="5" name="Content Placeholder 2"/>
          <p:cNvSpPr txBox="1">
            <a:spLocks/>
          </p:cNvSpPr>
          <p:nvPr/>
        </p:nvSpPr>
        <p:spPr bwMode="auto">
          <a:xfrm>
            <a:off x="1305896" y="3935927"/>
            <a:ext cx="6531799" cy="767967"/>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marL="0" indent="0" algn="ctr">
              <a:buNone/>
            </a:pPr>
            <a:r>
              <a:rPr lang="en-US" sz="1800" kern="0" dirty="0" smtClean="0">
                <a:hlinkClick r:id="rId3"/>
              </a:rPr>
              <a:t>http</a:t>
            </a:r>
            <a:r>
              <a:rPr lang="en-US" sz="1800" kern="0" dirty="0">
                <a:hlinkClick r:id="rId3"/>
              </a:rPr>
              <a:t>://</a:t>
            </a:r>
            <a:r>
              <a:rPr lang="en-US" sz="1800" kern="0" dirty="0" smtClean="0">
                <a:hlinkClick r:id="rId3"/>
              </a:rPr>
              <a:t>www.wideskills.com/java-tutorial/java-classes-and-objects</a:t>
            </a:r>
            <a:endParaRPr lang="en-US" sz="1800" kern="0" dirty="0" smtClean="0"/>
          </a:p>
          <a:p>
            <a:pPr marL="0" indent="0">
              <a:buFontTx/>
              <a:buNone/>
            </a:pPr>
            <a:endParaRPr lang="en-US" sz="1800" kern="0" dirty="0" smtClean="0"/>
          </a:p>
          <a:p>
            <a:endParaRPr lang="en-US" sz="1800" kern="0" dirty="0"/>
          </a:p>
        </p:txBody>
      </p:sp>
      <p:pic>
        <p:nvPicPr>
          <p:cNvPr id="3074" name="Picture 2" descr="Image result for blue print + 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67202" y="741974"/>
            <a:ext cx="3839194" cy="34552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7496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p:cNvSpPr>
            <a:spLocks noGrp="1"/>
          </p:cNvSpPr>
          <p:nvPr>
            <p:ph type="title"/>
          </p:nvPr>
        </p:nvSpPr>
        <p:spPr>
          <a:xfrm>
            <a:off x="231775" y="107156"/>
            <a:ext cx="8458200" cy="610791"/>
          </a:xfrm>
        </p:spPr>
        <p:txBody>
          <a:bodyPr/>
          <a:lstStyle/>
          <a:p>
            <a:r>
              <a:rPr lang="en-US" dirty="0" smtClean="0"/>
              <a:t>Java Methods and Variables</a:t>
            </a:r>
            <a:endParaRPr lang="en-US" dirty="0"/>
          </a:p>
        </p:txBody>
      </p:sp>
      <p:sp>
        <p:nvSpPr>
          <p:cNvPr id="5" name="Content Placeholder 2"/>
          <p:cNvSpPr txBox="1">
            <a:spLocks/>
          </p:cNvSpPr>
          <p:nvPr/>
        </p:nvSpPr>
        <p:spPr bwMode="auto">
          <a:xfrm>
            <a:off x="1305896" y="4226208"/>
            <a:ext cx="6531799" cy="636078"/>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marL="0" indent="0" algn="ctr">
              <a:buNone/>
            </a:pPr>
            <a:r>
              <a:rPr lang="en-US" sz="1800" kern="0" dirty="0" smtClean="0">
                <a:hlinkClick r:id="rId3"/>
              </a:rPr>
              <a:t>http</a:t>
            </a:r>
            <a:r>
              <a:rPr lang="en-US" sz="1800" kern="0" dirty="0">
                <a:hlinkClick r:id="rId3"/>
              </a:rPr>
              <a:t>://</a:t>
            </a:r>
            <a:r>
              <a:rPr lang="en-US" sz="1800" kern="0" dirty="0" smtClean="0">
                <a:hlinkClick r:id="rId3"/>
              </a:rPr>
              <a:t>www.wideskills.com/java-tutorial/java-classes-and-objects</a:t>
            </a:r>
            <a:r>
              <a:rPr lang="en-US" sz="1800" kern="0" dirty="0" smtClean="0"/>
              <a:t> </a:t>
            </a:r>
          </a:p>
          <a:p>
            <a:pPr marL="0" indent="0">
              <a:buFontTx/>
              <a:buNone/>
            </a:pPr>
            <a:endParaRPr lang="en-US" sz="1800" kern="0" dirty="0" smtClean="0"/>
          </a:p>
          <a:p>
            <a:endParaRPr lang="en-US" sz="1800" kern="0" dirty="0"/>
          </a:p>
        </p:txBody>
      </p:sp>
      <p:sp>
        <p:nvSpPr>
          <p:cNvPr id="6" name="Content Placeholder 2"/>
          <p:cNvSpPr txBox="1">
            <a:spLocks/>
          </p:cNvSpPr>
          <p:nvPr/>
        </p:nvSpPr>
        <p:spPr bwMode="auto">
          <a:xfrm>
            <a:off x="304452" y="742809"/>
            <a:ext cx="5109377" cy="3059934"/>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a:buFont typeface="Arial" panose="020B0604020202020204" pitchFamily="34" charset="0"/>
              <a:buChar char="•"/>
            </a:pPr>
            <a:r>
              <a:rPr lang="en-US" sz="1800" b="1" dirty="0">
                <a:solidFill>
                  <a:srgbClr val="FF0000"/>
                </a:solidFill>
              </a:rPr>
              <a:t>Method</a:t>
            </a:r>
            <a:r>
              <a:rPr lang="en-US" sz="1800" dirty="0"/>
              <a:t>s are nothing but members of a class that provide a service for an object or perform some business logic. Java </a:t>
            </a:r>
            <a:r>
              <a:rPr lang="en-US" sz="1800" i="1" dirty="0" smtClean="0"/>
              <a:t>field</a:t>
            </a:r>
            <a:r>
              <a:rPr lang="en-US" sz="1800" dirty="0" smtClean="0"/>
              <a:t> </a:t>
            </a:r>
            <a:r>
              <a:rPr lang="en-US" sz="1800" dirty="0"/>
              <a:t>and </a:t>
            </a:r>
            <a:r>
              <a:rPr lang="en-US" sz="1800" i="1" dirty="0"/>
              <a:t>member </a:t>
            </a:r>
            <a:r>
              <a:rPr lang="en-US" sz="1800" i="1" dirty="0" smtClean="0"/>
              <a:t>function</a:t>
            </a:r>
            <a:r>
              <a:rPr lang="en-US" sz="1800" dirty="0" smtClean="0"/>
              <a:t> </a:t>
            </a:r>
            <a:r>
              <a:rPr lang="en-US" sz="1800" dirty="0"/>
              <a:t>names are case sensitive. Current states of a class’s corresponding object are stored in the object’s instance variables. Methods </a:t>
            </a:r>
            <a:r>
              <a:rPr lang="en-US" sz="1800" b="1" dirty="0"/>
              <a:t>define the operations that can be performed</a:t>
            </a:r>
            <a:r>
              <a:rPr lang="en-US" sz="1800" dirty="0"/>
              <a:t> in java programming</a:t>
            </a:r>
            <a:r>
              <a:rPr lang="en-US" sz="1800" dirty="0" smtClean="0"/>
              <a:t>.</a:t>
            </a:r>
          </a:p>
          <a:p>
            <a:pPr>
              <a:buFont typeface="Arial" panose="020B0604020202020204" pitchFamily="34" charset="0"/>
              <a:buChar char="•"/>
            </a:pPr>
            <a:r>
              <a:rPr lang="en-US" sz="1800" kern="0" dirty="0" smtClean="0"/>
              <a:t>Sub is to Perl</a:t>
            </a:r>
          </a:p>
          <a:p>
            <a:pPr>
              <a:buFont typeface="Arial" panose="020B0604020202020204" pitchFamily="34" charset="0"/>
              <a:buChar char="•"/>
            </a:pPr>
            <a:r>
              <a:rPr lang="en-US" sz="1800" kern="0" dirty="0" smtClean="0"/>
              <a:t>Method is to Java</a:t>
            </a:r>
            <a:endParaRPr lang="en-US" sz="1800" kern="0" dirty="0"/>
          </a:p>
        </p:txBody>
      </p:sp>
      <p:graphicFrame>
        <p:nvGraphicFramePr>
          <p:cNvPr id="9" name="Diagram 8"/>
          <p:cNvGraphicFramePr/>
          <p:nvPr>
            <p:extLst>
              <p:ext uri="{D42A27DB-BD31-4B8C-83A1-F6EECF244321}">
                <p14:modId xmlns:p14="http://schemas.microsoft.com/office/powerpoint/2010/main" val="1782113043"/>
              </p:ext>
            </p:extLst>
          </p:nvPr>
        </p:nvGraphicFramePr>
        <p:xfrm>
          <a:off x="4973231" y="1173376"/>
          <a:ext cx="2619375" cy="17462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0" name="Diagram 9"/>
          <p:cNvGraphicFramePr/>
          <p:nvPr>
            <p:extLst>
              <p:ext uri="{D42A27DB-BD31-4B8C-83A1-F6EECF244321}">
                <p14:modId xmlns:p14="http://schemas.microsoft.com/office/powerpoint/2010/main" val="2159631899"/>
              </p:ext>
            </p:extLst>
          </p:nvPr>
        </p:nvGraphicFramePr>
        <p:xfrm>
          <a:off x="6166420" y="1826679"/>
          <a:ext cx="2977580" cy="198505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137579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p:cNvSpPr>
            <a:spLocks noGrp="1"/>
          </p:cNvSpPr>
          <p:nvPr>
            <p:ph type="title"/>
          </p:nvPr>
        </p:nvSpPr>
        <p:spPr>
          <a:xfrm>
            <a:off x="231775" y="107156"/>
            <a:ext cx="8458200" cy="610791"/>
          </a:xfrm>
        </p:spPr>
        <p:txBody>
          <a:bodyPr/>
          <a:lstStyle/>
          <a:p>
            <a:r>
              <a:rPr lang="en-US" dirty="0" smtClean="0"/>
              <a:t>Java Interface</a:t>
            </a:r>
            <a:endParaRPr lang="en-US" dirty="0"/>
          </a:p>
        </p:txBody>
      </p:sp>
      <p:sp>
        <p:nvSpPr>
          <p:cNvPr id="5" name="Content Placeholder 2"/>
          <p:cNvSpPr txBox="1">
            <a:spLocks/>
          </p:cNvSpPr>
          <p:nvPr/>
        </p:nvSpPr>
        <p:spPr bwMode="auto">
          <a:xfrm>
            <a:off x="1305896" y="3935927"/>
            <a:ext cx="6531799" cy="767967"/>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marL="0" indent="0" algn="ctr">
              <a:buNone/>
            </a:pPr>
            <a:r>
              <a:rPr lang="en-US" sz="1800" kern="0" dirty="0">
                <a:hlinkClick r:id="rId3"/>
              </a:rPr>
              <a:t>http://beginnersbook.com/2013/05/java-interface</a:t>
            </a:r>
            <a:r>
              <a:rPr lang="en-US" sz="1800" kern="0" dirty="0" smtClean="0">
                <a:hlinkClick r:id="rId3"/>
              </a:rPr>
              <a:t>/</a:t>
            </a:r>
            <a:r>
              <a:rPr lang="en-US" sz="1800" kern="0" dirty="0" smtClean="0"/>
              <a:t> </a:t>
            </a:r>
          </a:p>
        </p:txBody>
      </p:sp>
      <p:sp>
        <p:nvSpPr>
          <p:cNvPr id="6" name="Content Placeholder 2"/>
          <p:cNvSpPr txBox="1">
            <a:spLocks/>
          </p:cNvSpPr>
          <p:nvPr/>
        </p:nvSpPr>
        <p:spPr bwMode="auto">
          <a:xfrm>
            <a:off x="304433" y="742810"/>
            <a:ext cx="4267362" cy="2290676"/>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a:buFont typeface="Arial" panose="020B0604020202020204" pitchFamily="34" charset="0"/>
              <a:buChar char="•"/>
            </a:pPr>
            <a:r>
              <a:rPr lang="en-US" sz="1800" b="1" dirty="0">
                <a:solidFill>
                  <a:srgbClr val="FF0000"/>
                </a:solidFill>
              </a:rPr>
              <a:t>Interface</a:t>
            </a:r>
            <a:r>
              <a:rPr lang="en-US" sz="1800" dirty="0"/>
              <a:t> looks like class but it is not a class. An interface can have methods and variables just like the class but the methods declared in interface are by default abstract (</a:t>
            </a:r>
            <a:r>
              <a:rPr lang="en-US" sz="1800" b="1" dirty="0"/>
              <a:t>only method signature, no body</a:t>
            </a:r>
            <a:r>
              <a:rPr lang="en-US" sz="1800" dirty="0"/>
              <a:t>). Also, the variables declared in an interface are public, static &amp; final by default</a:t>
            </a:r>
            <a:r>
              <a:rPr lang="en-US" sz="1800" dirty="0" smtClean="0"/>
              <a:t>.</a:t>
            </a:r>
          </a:p>
          <a:p>
            <a:pPr>
              <a:buFont typeface="Arial" panose="020B0604020202020204" pitchFamily="34" charset="0"/>
              <a:buChar char="•"/>
            </a:pPr>
            <a:r>
              <a:rPr lang="en-US" sz="1800" dirty="0" smtClean="0"/>
              <a:t>Interface is to Java</a:t>
            </a:r>
          </a:p>
          <a:p>
            <a:pPr>
              <a:buFont typeface="Arial" panose="020B0604020202020204" pitchFamily="34" charset="0"/>
              <a:buChar char="•"/>
            </a:pPr>
            <a:r>
              <a:rPr lang="en-US" sz="1800" dirty="0" smtClean="0"/>
              <a:t>Requires and is-a to PERL </a:t>
            </a:r>
            <a:endParaRPr lang="en-US" sz="1800" kern="0" dirty="0"/>
          </a:p>
        </p:txBody>
      </p:sp>
      <p:pic>
        <p:nvPicPr>
          <p:cNvPr id="5124" name="Picture 4" descr="Image result for cellphone car charger + 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5526" y="447604"/>
            <a:ext cx="2869039" cy="3678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9659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p:cNvSpPr>
            <a:spLocks noGrp="1"/>
          </p:cNvSpPr>
          <p:nvPr>
            <p:ph type="title"/>
          </p:nvPr>
        </p:nvSpPr>
        <p:spPr>
          <a:xfrm>
            <a:off x="231775" y="107156"/>
            <a:ext cx="8458200" cy="610791"/>
          </a:xfrm>
        </p:spPr>
        <p:txBody>
          <a:bodyPr/>
          <a:lstStyle/>
          <a:p>
            <a:r>
              <a:rPr lang="en-US" dirty="0" smtClean="0"/>
              <a:t>Java Annotation</a:t>
            </a:r>
            <a:endParaRPr lang="en-US" dirty="0"/>
          </a:p>
        </p:txBody>
      </p:sp>
      <p:sp>
        <p:nvSpPr>
          <p:cNvPr id="5" name="Content Placeholder 2"/>
          <p:cNvSpPr txBox="1">
            <a:spLocks/>
          </p:cNvSpPr>
          <p:nvPr/>
        </p:nvSpPr>
        <p:spPr bwMode="auto">
          <a:xfrm>
            <a:off x="1305896" y="3935927"/>
            <a:ext cx="6531799" cy="767967"/>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marL="0" indent="0" algn="ctr">
              <a:buNone/>
            </a:pPr>
            <a:r>
              <a:rPr lang="en-US" sz="1800" kern="0" dirty="0">
                <a:hlinkClick r:id="rId3"/>
              </a:rPr>
              <a:t>http://</a:t>
            </a:r>
            <a:r>
              <a:rPr lang="en-US" sz="1800" kern="0" dirty="0" smtClean="0">
                <a:hlinkClick r:id="rId3"/>
              </a:rPr>
              <a:t>tutorials.jenkov.com/java/annotations.html</a:t>
            </a:r>
            <a:r>
              <a:rPr lang="en-US" sz="1800" kern="0" dirty="0" smtClean="0"/>
              <a:t> </a:t>
            </a:r>
            <a:endParaRPr lang="en-US" sz="1800" kern="0" dirty="0"/>
          </a:p>
        </p:txBody>
      </p:sp>
      <p:sp>
        <p:nvSpPr>
          <p:cNvPr id="6" name="Content Placeholder 2"/>
          <p:cNvSpPr txBox="1">
            <a:spLocks/>
          </p:cNvSpPr>
          <p:nvPr/>
        </p:nvSpPr>
        <p:spPr bwMode="auto">
          <a:xfrm>
            <a:off x="304433" y="742810"/>
            <a:ext cx="4267362" cy="2087476"/>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a:buFont typeface="Arial" panose="020B0604020202020204" pitchFamily="34" charset="0"/>
              <a:buChar char="•"/>
            </a:pPr>
            <a:r>
              <a:rPr lang="en-US" sz="1800" dirty="0"/>
              <a:t>Java </a:t>
            </a:r>
            <a:r>
              <a:rPr lang="en-US" sz="1800" b="1" dirty="0">
                <a:solidFill>
                  <a:srgbClr val="FF0000"/>
                </a:solidFill>
              </a:rPr>
              <a:t>annotation</a:t>
            </a:r>
            <a:r>
              <a:rPr lang="en-US" sz="1800" dirty="0"/>
              <a:t>s are used to provide meta data for your Java code. Being meta data, Java annotations do not directly affect the execution of your code, although some types of annotations can actually be used for that purpose.</a:t>
            </a:r>
            <a:endParaRPr lang="en-US" sz="1800" kern="0" dirty="0"/>
          </a:p>
        </p:txBody>
      </p:sp>
      <p:pic>
        <p:nvPicPr>
          <p:cNvPr id="6148" name="Picture 4" descr="Image result for at sign symbol 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9295" y="1104900"/>
            <a:ext cx="2438400" cy="2438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6469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p:cNvSpPr>
            <a:spLocks noGrp="1"/>
          </p:cNvSpPr>
          <p:nvPr>
            <p:ph type="title"/>
          </p:nvPr>
        </p:nvSpPr>
        <p:spPr>
          <a:xfrm>
            <a:off x="231775" y="107156"/>
            <a:ext cx="8458200" cy="610791"/>
          </a:xfrm>
        </p:spPr>
        <p:txBody>
          <a:bodyPr/>
          <a:lstStyle/>
          <a:p>
            <a:r>
              <a:rPr lang="en-US" dirty="0" smtClean="0"/>
              <a:t>JSP</a:t>
            </a:r>
            <a:endParaRPr lang="en-US" dirty="0"/>
          </a:p>
        </p:txBody>
      </p:sp>
      <p:sp>
        <p:nvSpPr>
          <p:cNvPr id="5" name="Content Placeholder 2"/>
          <p:cNvSpPr txBox="1">
            <a:spLocks/>
          </p:cNvSpPr>
          <p:nvPr/>
        </p:nvSpPr>
        <p:spPr bwMode="auto">
          <a:xfrm>
            <a:off x="1305896" y="3935927"/>
            <a:ext cx="6531799" cy="767967"/>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marL="0" indent="0" algn="ctr">
              <a:buNone/>
            </a:pPr>
            <a:r>
              <a:rPr lang="en-US" sz="1800" kern="0" dirty="0">
                <a:hlinkClick r:id="rId3"/>
              </a:rPr>
              <a:t>https://</a:t>
            </a:r>
            <a:r>
              <a:rPr lang="en-US" sz="1800" kern="0" dirty="0" smtClean="0">
                <a:hlinkClick r:id="rId3"/>
              </a:rPr>
              <a:t>www.tutorialspoint.com/jsp/jsp_overview.htm</a:t>
            </a:r>
            <a:r>
              <a:rPr lang="en-US" sz="1800" kern="0" dirty="0" smtClean="0"/>
              <a:t>   </a:t>
            </a:r>
            <a:endParaRPr lang="en-US" sz="1800" kern="0" dirty="0"/>
          </a:p>
        </p:txBody>
      </p:sp>
      <p:sp>
        <p:nvSpPr>
          <p:cNvPr id="6" name="Content Placeholder 2"/>
          <p:cNvSpPr txBox="1">
            <a:spLocks/>
          </p:cNvSpPr>
          <p:nvPr/>
        </p:nvSpPr>
        <p:spPr bwMode="auto">
          <a:xfrm>
            <a:off x="304433" y="742809"/>
            <a:ext cx="4267362" cy="2817112"/>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a:buFont typeface="Arial" panose="020B0604020202020204" pitchFamily="34" charset="0"/>
              <a:buChar char="•"/>
            </a:pPr>
            <a:r>
              <a:rPr lang="en-US" sz="1800" b="1" dirty="0" err="1">
                <a:solidFill>
                  <a:srgbClr val="FF0000"/>
                </a:solidFill>
              </a:rPr>
              <a:t>JavaServer</a:t>
            </a:r>
            <a:r>
              <a:rPr lang="en-US" sz="1800" dirty="0"/>
              <a:t> Pages (JSP) is a technology for developing web pages that support dynamic content which helps developers insert java code in HTML pages by making use of special JSP tags, most of which start with &lt;% and end with </a:t>
            </a:r>
            <a:r>
              <a:rPr lang="en-US" sz="1800" dirty="0" smtClean="0"/>
              <a:t>%&gt;.</a:t>
            </a:r>
          </a:p>
          <a:p>
            <a:pPr>
              <a:buFont typeface="Arial" panose="020B0604020202020204" pitchFamily="34" charset="0"/>
              <a:buChar char="•"/>
            </a:pPr>
            <a:r>
              <a:rPr lang="en-US" sz="1800" kern="0" dirty="0" smtClean="0"/>
              <a:t>CGI is to Perl</a:t>
            </a:r>
          </a:p>
          <a:p>
            <a:pPr>
              <a:buFont typeface="Arial" panose="020B0604020202020204" pitchFamily="34" charset="0"/>
              <a:buChar char="•"/>
            </a:pPr>
            <a:r>
              <a:rPr lang="en-US" sz="1800" kern="0" dirty="0" smtClean="0"/>
              <a:t>JSP is to Java</a:t>
            </a:r>
            <a:endParaRPr lang="en-US" sz="1800" kern="0" dirty="0"/>
          </a:p>
        </p:txBody>
      </p:sp>
      <p:pic>
        <p:nvPicPr>
          <p:cNvPr id="7181" name="Picture 13" descr="Image result for Java Server Pages + 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775614" y="647418"/>
            <a:ext cx="1587086" cy="2912503"/>
          </a:xfrm>
          <a:prstGeom prst="rect">
            <a:avLst/>
          </a:prstGeom>
          <a:noFill/>
          <a:extLst>
            <a:ext uri="{909E8E84-426E-40DD-AFC4-6F175D3DCCD1}">
              <a14:hiddenFill xmlns:a14="http://schemas.microsoft.com/office/drawing/2010/main">
                <a:solidFill>
                  <a:srgbClr val="FFFFFF"/>
                </a:solidFill>
              </a14:hiddenFill>
            </a:ext>
          </a:extLst>
        </p:spPr>
      </p:pic>
      <p:pic>
        <p:nvPicPr>
          <p:cNvPr id="7183" name="Picture 15" descr="Image result for cgi PERL + 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7082" y="1902339"/>
            <a:ext cx="2143126" cy="2052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7618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Image result for jquery + logo"/>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063997" y="1130358"/>
            <a:ext cx="4952297" cy="1210992"/>
          </a:xfrm>
          <a:prstGeom prst="rect">
            <a:avLst/>
          </a:prstGeom>
          <a:noFill/>
          <a:extLst>
            <a:ext uri="{909E8E84-426E-40DD-AFC4-6F175D3DCCD1}">
              <a14:hiddenFill xmlns:a14="http://schemas.microsoft.com/office/drawing/2010/main">
                <a:solidFill>
                  <a:srgbClr val="FFFFFF"/>
                </a:solidFill>
              </a14:hiddenFill>
            </a:ext>
          </a:extLst>
        </p:spPr>
      </p:pic>
      <p:sp>
        <p:nvSpPr>
          <p:cNvPr id="45" name="Title 1"/>
          <p:cNvSpPr>
            <a:spLocks noGrp="1"/>
          </p:cNvSpPr>
          <p:nvPr>
            <p:ph type="title"/>
          </p:nvPr>
        </p:nvSpPr>
        <p:spPr>
          <a:xfrm>
            <a:off x="231775" y="107156"/>
            <a:ext cx="8458200" cy="610791"/>
          </a:xfrm>
        </p:spPr>
        <p:txBody>
          <a:bodyPr/>
          <a:lstStyle/>
          <a:p>
            <a:r>
              <a:rPr lang="en-US" dirty="0" smtClean="0"/>
              <a:t>JQuery</a:t>
            </a:r>
            <a:endParaRPr lang="en-US" dirty="0"/>
          </a:p>
        </p:txBody>
      </p:sp>
      <p:sp>
        <p:nvSpPr>
          <p:cNvPr id="5" name="Content Placeholder 2"/>
          <p:cNvSpPr txBox="1">
            <a:spLocks/>
          </p:cNvSpPr>
          <p:nvPr/>
        </p:nvSpPr>
        <p:spPr bwMode="auto">
          <a:xfrm>
            <a:off x="1305896" y="3935927"/>
            <a:ext cx="6531799" cy="767967"/>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marL="0" indent="0" algn="ctr">
              <a:buNone/>
            </a:pPr>
            <a:r>
              <a:rPr lang="en-US" sz="1800" kern="0" dirty="0">
                <a:hlinkClick r:id="rId4"/>
              </a:rPr>
              <a:t>https://</a:t>
            </a:r>
            <a:r>
              <a:rPr lang="en-US" sz="1800" kern="0" dirty="0" smtClean="0">
                <a:hlinkClick r:id="rId4"/>
              </a:rPr>
              <a:t>jquery.com/</a:t>
            </a:r>
            <a:r>
              <a:rPr lang="en-US" sz="1800" kern="0" dirty="0" smtClean="0"/>
              <a:t>  </a:t>
            </a:r>
            <a:endParaRPr lang="en-US" sz="1800" kern="0" dirty="0"/>
          </a:p>
        </p:txBody>
      </p:sp>
      <p:sp>
        <p:nvSpPr>
          <p:cNvPr id="6" name="Content Placeholder 2"/>
          <p:cNvSpPr txBox="1">
            <a:spLocks/>
          </p:cNvSpPr>
          <p:nvPr/>
        </p:nvSpPr>
        <p:spPr bwMode="auto">
          <a:xfrm>
            <a:off x="304433" y="742809"/>
            <a:ext cx="4267362" cy="3193117"/>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a:buFont typeface="Arial" panose="020B0604020202020204" pitchFamily="34" charset="0"/>
              <a:buChar char="•"/>
            </a:pPr>
            <a:r>
              <a:rPr lang="en-US" sz="1800" b="1" dirty="0">
                <a:solidFill>
                  <a:srgbClr val="FF0000"/>
                </a:solidFill>
              </a:rPr>
              <a:t>jQuery</a:t>
            </a:r>
            <a:r>
              <a:rPr lang="en-US" sz="1800" dirty="0"/>
              <a:t> is a fast, small, and feature-rich JavaScript library. It makes things like HTML document traversal and manipulation, event handling, animation, and Ajax much simpler with an easy-to-use API that works across a multitude of browsers. With a combination of versatility and extensibility, jQuery has changed the way that millions of people write JavaScript.</a:t>
            </a:r>
            <a:endParaRPr lang="en-US" sz="1800" kern="0" dirty="0"/>
          </a:p>
        </p:txBody>
      </p:sp>
    </p:spTree>
    <p:extLst>
      <p:ext uri="{BB962C8B-B14F-4D97-AF65-F5344CB8AC3E}">
        <p14:creationId xmlns:p14="http://schemas.microsoft.com/office/powerpoint/2010/main" val="1508820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48125" y="1262743"/>
            <a:ext cx="5444376" cy="23521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 name="Title 1"/>
          <p:cNvSpPr>
            <a:spLocks noGrp="1"/>
          </p:cNvSpPr>
          <p:nvPr>
            <p:ph type="title"/>
          </p:nvPr>
        </p:nvSpPr>
        <p:spPr>
          <a:xfrm>
            <a:off x="231775" y="107156"/>
            <a:ext cx="8458200" cy="610791"/>
          </a:xfrm>
        </p:spPr>
        <p:txBody>
          <a:bodyPr/>
          <a:lstStyle/>
          <a:p>
            <a:r>
              <a:rPr lang="en-US" dirty="0" smtClean="0"/>
              <a:t>XML</a:t>
            </a:r>
            <a:endParaRPr lang="en-US" dirty="0"/>
          </a:p>
        </p:txBody>
      </p:sp>
      <p:sp>
        <p:nvSpPr>
          <p:cNvPr id="5" name="Content Placeholder 2"/>
          <p:cNvSpPr txBox="1">
            <a:spLocks/>
          </p:cNvSpPr>
          <p:nvPr/>
        </p:nvSpPr>
        <p:spPr bwMode="auto">
          <a:xfrm>
            <a:off x="1305896" y="3935927"/>
            <a:ext cx="6531799" cy="767967"/>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marL="0" indent="0" algn="ctr">
              <a:buNone/>
            </a:pPr>
            <a:r>
              <a:rPr lang="en-US" sz="1800" kern="0" dirty="0">
                <a:hlinkClick r:id="rId4"/>
              </a:rPr>
              <a:t>http://</a:t>
            </a:r>
            <a:r>
              <a:rPr lang="en-US" sz="1800" kern="0" dirty="0" smtClean="0">
                <a:hlinkClick r:id="rId4"/>
              </a:rPr>
              <a:t>www.w3schools.com/xml/xml_whatis.asp</a:t>
            </a:r>
            <a:r>
              <a:rPr lang="en-US" sz="1800" kern="0" dirty="0" smtClean="0"/>
              <a:t>  </a:t>
            </a:r>
            <a:endParaRPr lang="en-US" sz="1800" kern="0" dirty="0"/>
          </a:p>
        </p:txBody>
      </p:sp>
      <p:sp>
        <p:nvSpPr>
          <p:cNvPr id="6" name="Content Placeholder 2"/>
          <p:cNvSpPr txBox="1">
            <a:spLocks/>
          </p:cNvSpPr>
          <p:nvPr/>
        </p:nvSpPr>
        <p:spPr bwMode="auto">
          <a:xfrm>
            <a:off x="304433" y="742809"/>
            <a:ext cx="3295110" cy="3193117"/>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r>
              <a:rPr lang="en-US" sz="1800" dirty="0"/>
              <a:t>XML stands for </a:t>
            </a:r>
            <a:r>
              <a:rPr lang="en-US" sz="1800" b="1" dirty="0" err="1">
                <a:solidFill>
                  <a:srgbClr val="FF0000"/>
                </a:solidFill>
              </a:rPr>
              <a:t>EXtensible</a:t>
            </a:r>
            <a:r>
              <a:rPr lang="en-US" sz="1800" b="1" dirty="0">
                <a:solidFill>
                  <a:srgbClr val="FF0000"/>
                </a:solidFill>
              </a:rPr>
              <a:t> Markup Language</a:t>
            </a:r>
          </a:p>
          <a:p>
            <a:r>
              <a:rPr lang="en-US" sz="1800" dirty="0"/>
              <a:t>XML is a markup language much like HTML</a:t>
            </a:r>
          </a:p>
          <a:p>
            <a:r>
              <a:rPr lang="en-US" sz="1800" dirty="0"/>
              <a:t>XML was designed to store and transport data</a:t>
            </a:r>
          </a:p>
          <a:p>
            <a:r>
              <a:rPr lang="en-US" sz="1800" dirty="0"/>
              <a:t>XML was designed to be self-descriptive</a:t>
            </a:r>
          </a:p>
          <a:p>
            <a:r>
              <a:rPr lang="en-US" sz="1800" dirty="0"/>
              <a:t>XML is a W3C Recommendation</a:t>
            </a:r>
          </a:p>
        </p:txBody>
      </p:sp>
      <p:pic>
        <p:nvPicPr>
          <p:cNvPr id="1126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98469" y="1768156"/>
            <a:ext cx="2659289" cy="823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12334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p:cNvSpPr>
            <a:spLocks noGrp="1"/>
          </p:cNvSpPr>
          <p:nvPr>
            <p:ph type="title"/>
          </p:nvPr>
        </p:nvSpPr>
        <p:spPr>
          <a:xfrm>
            <a:off x="231775" y="107156"/>
            <a:ext cx="8458200" cy="610791"/>
          </a:xfrm>
        </p:spPr>
        <p:txBody>
          <a:bodyPr/>
          <a:lstStyle/>
          <a:p>
            <a:r>
              <a:rPr lang="en-US" dirty="0" err="1" smtClean="0"/>
              <a:t>MyBatis</a:t>
            </a:r>
            <a:endParaRPr lang="en-US" dirty="0"/>
          </a:p>
        </p:txBody>
      </p:sp>
      <p:sp>
        <p:nvSpPr>
          <p:cNvPr id="5" name="Content Placeholder 2"/>
          <p:cNvSpPr txBox="1">
            <a:spLocks/>
          </p:cNvSpPr>
          <p:nvPr/>
        </p:nvSpPr>
        <p:spPr bwMode="auto">
          <a:xfrm>
            <a:off x="1305896" y="4182665"/>
            <a:ext cx="6531799" cy="383983"/>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marL="0" indent="0" algn="ctr">
              <a:buNone/>
            </a:pPr>
            <a:r>
              <a:rPr lang="en-US" sz="1800" kern="0" dirty="0">
                <a:hlinkClick r:id="rId3"/>
              </a:rPr>
              <a:t>http://www.mybatis.org/mybatis-3</a:t>
            </a:r>
            <a:r>
              <a:rPr lang="en-US" sz="1800" kern="0" dirty="0" smtClean="0">
                <a:hlinkClick r:id="rId3"/>
              </a:rPr>
              <a:t>/</a:t>
            </a:r>
            <a:r>
              <a:rPr lang="en-US" sz="1800" kern="0" dirty="0" smtClean="0"/>
              <a:t>   </a:t>
            </a:r>
            <a:endParaRPr lang="en-US" sz="1800" kern="0" dirty="0"/>
          </a:p>
        </p:txBody>
      </p:sp>
      <p:sp>
        <p:nvSpPr>
          <p:cNvPr id="6" name="Content Placeholder 2"/>
          <p:cNvSpPr txBox="1">
            <a:spLocks/>
          </p:cNvSpPr>
          <p:nvPr/>
        </p:nvSpPr>
        <p:spPr bwMode="auto">
          <a:xfrm>
            <a:off x="304433" y="742809"/>
            <a:ext cx="4267362" cy="3193117"/>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a:buFont typeface="Arial" panose="020B0604020202020204" pitchFamily="34" charset="0"/>
              <a:buChar char="•"/>
            </a:pPr>
            <a:r>
              <a:rPr lang="en-US" sz="1800" b="1" dirty="0" err="1">
                <a:solidFill>
                  <a:srgbClr val="FF0000"/>
                </a:solidFill>
              </a:rPr>
              <a:t>MyBatis</a:t>
            </a:r>
            <a:r>
              <a:rPr lang="en-US" sz="1800" dirty="0"/>
              <a:t> is a first class persistence framework with support for custom SQL, stored procedures and advanced mappings. </a:t>
            </a:r>
            <a:r>
              <a:rPr lang="en-US" sz="1800" dirty="0" err="1"/>
              <a:t>MyBatis</a:t>
            </a:r>
            <a:r>
              <a:rPr lang="en-US" sz="1800" dirty="0"/>
              <a:t> eliminates almost all of the JDBC code and manual setting of parameters and retrieval of results. </a:t>
            </a:r>
            <a:r>
              <a:rPr lang="en-US" sz="1800" dirty="0" err="1"/>
              <a:t>MyBatis</a:t>
            </a:r>
            <a:r>
              <a:rPr lang="en-US" sz="1800" dirty="0"/>
              <a:t> can use simple XML or Annotations for configuration and map primitives, Map interfaces and Java POJOs (Plain Old Java Objects) to database records.</a:t>
            </a:r>
            <a:endParaRPr lang="en-US" sz="1800" kern="0" dirty="0"/>
          </a:p>
        </p:txBody>
      </p:sp>
      <p:pic>
        <p:nvPicPr>
          <p:cNvPr id="9218" name="Picture 2" descr="Image result for mybatis + log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3862" y="2543661"/>
            <a:ext cx="3163833" cy="795480"/>
          </a:xfrm>
          <a:prstGeom prst="rect">
            <a:avLst/>
          </a:prstGeom>
          <a:noFill/>
          <a:extLst>
            <a:ext uri="{909E8E84-426E-40DD-AFC4-6F175D3DCCD1}">
              <a14:hiddenFill xmlns:a14="http://schemas.microsoft.com/office/drawing/2010/main">
                <a:solidFill>
                  <a:srgbClr val="FFFFFF"/>
                </a:solidFill>
              </a14:hiddenFill>
            </a:ext>
          </a:extLst>
        </p:spPr>
      </p:pic>
      <p:pic>
        <p:nvPicPr>
          <p:cNvPr id="9223" name="Picture 7"/>
          <p:cNvPicPr>
            <a:picLocks noChangeAspect="1" noChangeArrowheads="1"/>
          </p:cNvPicPr>
          <p:nvPr/>
        </p:nvPicPr>
        <p:blipFill rotWithShape="1">
          <a:blip r:embed="rId5">
            <a:extLst>
              <a:ext uri="{28A0092B-C50C-407E-A947-70E740481C1C}">
                <a14:useLocalDpi xmlns:a14="http://schemas.microsoft.com/office/drawing/2010/main" val="0"/>
              </a:ext>
            </a:extLst>
          </a:blip>
          <a:srcRect l="37742" t="20182" r="5162" b="11239"/>
          <a:stretch/>
        </p:blipFill>
        <p:spPr bwMode="auto">
          <a:xfrm>
            <a:off x="7247295" y="1020830"/>
            <a:ext cx="1530239" cy="6225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225" name="Picture 9" descr="Image result for Databas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33490" y="557213"/>
            <a:ext cx="2285999" cy="1547812"/>
          </a:xfrm>
          <a:prstGeom prst="rect">
            <a:avLst/>
          </a:prstGeom>
          <a:noFill/>
          <a:extLst>
            <a:ext uri="{909E8E84-426E-40DD-AFC4-6F175D3DCCD1}">
              <a14:hiddenFill xmlns:a14="http://schemas.microsoft.com/office/drawing/2010/main">
                <a:solidFill>
                  <a:srgbClr val="FFFFFF"/>
                </a:solidFill>
              </a14:hiddenFill>
            </a:ext>
          </a:extLst>
        </p:spPr>
      </p:pic>
      <p:cxnSp>
        <p:nvCxnSpPr>
          <p:cNvPr id="24" name="Elbow Connector 23"/>
          <p:cNvCxnSpPr>
            <a:stCxn id="9225" idx="3"/>
            <a:endCxn id="9223" idx="1"/>
          </p:cNvCxnSpPr>
          <p:nvPr/>
        </p:nvCxnSpPr>
        <p:spPr>
          <a:xfrm>
            <a:off x="6819489" y="1331119"/>
            <a:ext cx="427806" cy="978"/>
          </a:xfrm>
          <a:prstGeom prst="bentConnector3">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34" name="Elbow Connector 33"/>
          <p:cNvCxnSpPr>
            <a:stCxn id="9223" idx="2"/>
            <a:endCxn id="9218" idx="0"/>
          </p:cNvCxnSpPr>
          <p:nvPr/>
        </p:nvCxnSpPr>
        <p:spPr>
          <a:xfrm rot="5400000">
            <a:off x="6683949" y="1215194"/>
            <a:ext cx="900297" cy="1756636"/>
          </a:xfrm>
          <a:prstGeom prst="bentConnector3">
            <a:avLst>
              <a:gd name="adj1" fmla="val 50000"/>
            </a:avLst>
          </a:prstGeom>
          <a:ln>
            <a:headEnd type="arrow"/>
            <a:tailEnd type="arrow"/>
          </a:ln>
        </p:spPr>
        <p:style>
          <a:lnRef idx="1">
            <a:schemeClr val="accent1"/>
          </a:lnRef>
          <a:fillRef idx="0">
            <a:schemeClr val="accent1"/>
          </a:fillRef>
          <a:effectRef idx="0">
            <a:schemeClr val="accent1"/>
          </a:effectRef>
          <a:fontRef idx="minor">
            <a:schemeClr val="tx1"/>
          </a:fontRef>
        </p:style>
      </p:cxnSp>
      <p:pic>
        <p:nvPicPr>
          <p:cNvPr id="9230" name="Picture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677150" y="3036651"/>
            <a:ext cx="1359304" cy="1359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41" name="Elbow Connector 40"/>
          <p:cNvCxnSpPr>
            <a:stCxn id="9218" idx="2"/>
            <a:endCxn id="9230" idx="1"/>
          </p:cNvCxnSpPr>
          <p:nvPr/>
        </p:nvCxnSpPr>
        <p:spPr>
          <a:xfrm rot="16200000" flipH="1">
            <a:off x="6777883" y="2817036"/>
            <a:ext cx="377162" cy="1421371"/>
          </a:xfrm>
          <a:prstGeom prst="bentConnector2">
            <a:avLst/>
          </a:prstGeom>
          <a:ln>
            <a:headEnd type="arrow"/>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8146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p:cNvSpPr>
            <a:spLocks noGrp="1"/>
          </p:cNvSpPr>
          <p:nvPr>
            <p:ph type="title"/>
          </p:nvPr>
        </p:nvSpPr>
        <p:spPr>
          <a:xfrm>
            <a:off x="231775" y="107156"/>
            <a:ext cx="8458200" cy="610791"/>
          </a:xfrm>
        </p:spPr>
        <p:txBody>
          <a:bodyPr/>
          <a:lstStyle/>
          <a:p>
            <a:r>
              <a:rPr lang="en-US" dirty="0" smtClean="0"/>
              <a:t>Tomcat</a:t>
            </a:r>
            <a:endParaRPr lang="en-US" dirty="0"/>
          </a:p>
        </p:txBody>
      </p:sp>
      <p:sp>
        <p:nvSpPr>
          <p:cNvPr id="5" name="Content Placeholder 2"/>
          <p:cNvSpPr txBox="1">
            <a:spLocks/>
          </p:cNvSpPr>
          <p:nvPr/>
        </p:nvSpPr>
        <p:spPr bwMode="auto">
          <a:xfrm>
            <a:off x="1305896" y="4255235"/>
            <a:ext cx="6531799" cy="383983"/>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marL="0" indent="0" algn="ctr">
              <a:buNone/>
            </a:pPr>
            <a:r>
              <a:rPr lang="en-US" sz="1800" kern="0" dirty="0">
                <a:hlinkClick r:id="rId3"/>
              </a:rPr>
              <a:t>https://</a:t>
            </a:r>
            <a:r>
              <a:rPr lang="en-US" sz="1800" kern="0" dirty="0" smtClean="0">
                <a:hlinkClick r:id="rId3"/>
              </a:rPr>
              <a:t>en.wikipedia.org/wiki/Apache_Tomcat</a:t>
            </a:r>
            <a:r>
              <a:rPr lang="en-US" sz="1800" kern="0" dirty="0" smtClean="0"/>
              <a:t>    </a:t>
            </a:r>
            <a:endParaRPr lang="en-US" sz="1800" kern="0" dirty="0"/>
          </a:p>
        </p:txBody>
      </p:sp>
      <p:sp>
        <p:nvSpPr>
          <p:cNvPr id="6" name="Content Placeholder 2"/>
          <p:cNvSpPr txBox="1">
            <a:spLocks/>
          </p:cNvSpPr>
          <p:nvPr/>
        </p:nvSpPr>
        <p:spPr bwMode="auto">
          <a:xfrm>
            <a:off x="304433" y="742809"/>
            <a:ext cx="4267362" cy="3425932"/>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a:buFont typeface="Arial" panose="020B0604020202020204" pitchFamily="34" charset="0"/>
              <a:buChar char="•"/>
            </a:pPr>
            <a:r>
              <a:rPr lang="en-US" sz="1800" b="1" dirty="0">
                <a:solidFill>
                  <a:srgbClr val="FF0000"/>
                </a:solidFill>
              </a:rPr>
              <a:t>Apache Tomcat</a:t>
            </a:r>
            <a:r>
              <a:rPr lang="en-US" sz="1800" dirty="0"/>
              <a:t>, often referred to as </a:t>
            </a:r>
            <a:r>
              <a:rPr lang="en-US" sz="1800" b="1" dirty="0">
                <a:solidFill>
                  <a:srgbClr val="FF0000"/>
                </a:solidFill>
              </a:rPr>
              <a:t>Tomcat</a:t>
            </a:r>
            <a:r>
              <a:rPr lang="en-US" sz="1800" dirty="0"/>
              <a:t>, is an open-source </a:t>
            </a:r>
            <a:r>
              <a:rPr lang="en-US" sz="1800" dirty="0">
                <a:hlinkClick r:id="rId4" tooltip="Web server"/>
              </a:rPr>
              <a:t>web server</a:t>
            </a:r>
            <a:r>
              <a:rPr lang="en-US" sz="1800" dirty="0"/>
              <a:t> developed by the </a:t>
            </a:r>
            <a:r>
              <a:rPr lang="en-US" sz="1800" dirty="0">
                <a:hlinkClick r:id="rId5" tooltip="Apache Software Foundation"/>
              </a:rPr>
              <a:t>Apache Software Foundation</a:t>
            </a:r>
            <a:r>
              <a:rPr lang="en-US" sz="1800" dirty="0"/>
              <a:t> (ASF). Tomcat implements several </a:t>
            </a:r>
            <a:r>
              <a:rPr lang="en-US" sz="1800" dirty="0">
                <a:hlinkClick r:id="rId6" tooltip="Java Platform, Enterprise Edition"/>
              </a:rPr>
              <a:t>Java EE</a:t>
            </a:r>
            <a:r>
              <a:rPr lang="en-US" sz="1800" dirty="0"/>
              <a:t> specifications including </a:t>
            </a:r>
            <a:r>
              <a:rPr lang="en-US" sz="1800" dirty="0">
                <a:hlinkClick r:id="rId7" tooltip="Java Servlet"/>
              </a:rPr>
              <a:t>Java Servlet</a:t>
            </a:r>
            <a:r>
              <a:rPr lang="en-US" sz="1800" dirty="0"/>
              <a:t>, </a:t>
            </a:r>
            <a:r>
              <a:rPr lang="en-US" sz="1800" dirty="0" err="1">
                <a:hlinkClick r:id="rId8" tooltip="JavaServer Pages"/>
              </a:rPr>
              <a:t>JavaServer</a:t>
            </a:r>
            <a:r>
              <a:rPr lang="en-US" sz="1800" dirty="0">
                <a:hlinkClick r:id="rId8" tooltip="JavaServer Pages"/>
              </a:rPr>
              <a:t> Pages</a:t>
            </a:r>
            <a:r>
              <a:rPr lang="en-US" sz="1800" dirty="0"/>
              <a:t> (JSP),</a:t>
            </a:r>
            <a:r>
              <a:rPr lang="en-US" sz="1800" dirty="0">
                <a:hlinkClick r:id="rId9" tooltip="Unified Expression Language"/>
              </a:rPr>
              <a:t>Java EL</a:t>
            </a:r>
            <a:r>
              <a:rPr lang="en-US" sz="1800" dirty="0"/>
              <a:t>, and </a:t>
            </a:r>
            <a:r>
              <a:rPr lang="en-US" sz="1800" dirty="0" err="1">
                <a:hlinkClick r:id="rId10" tooltip="WebSocket"/>
              </a:rPr>
              <a:t>WebSocket</a:t>
            </a:r>
            <a:r>
              <a:rPr lang="en-US" sz="1800" dirty="0"/>
              <a:t>, and provides a "pure </a:t>
            </a:r>
            <a:r>
              <a:rPr lang="en-US" sz="1800" dirty="0">
                <a:hlinkClick r:id="rId11" tooltip="Java (programming language)"/>
              </a:rPr>
              <a:t>Java</a:t>
            </a:r>
            <a:r>
              <a:rPr lang="en-US" sz="1800" dirty="0"/>
              <a:t>" </a:t>
            </a:r>
            <a:r>
              <a:rPr lang="en-US" sz="1800" dirty="0">
                <a:hlinkClick r:id="rId12" tooltip="Hypertext Transfer Protocol"/>
              </a:rPr>
              <a:t>HTTP</a:t>
            </a:r>
            <a:r>
              <a:rPr lang="en-US" sz="1800" dirty="0"/>
              <a:t> </a:t>
            </a:r>
            <a:r>
              <a:rPr lang="en-US" sz="1800" dirty="0">
                <a:hlinkClick r:id="rId4" tooltip="Web server"/>
              </a:rPr>
              <a:t>web server</a:t>
            </a:r>
            <a:r>
              <a:rPr lang="en-US" sz="1800" dirty="0"/>
              <a:t> environment in which </a:t>
            </a:r>
            <a:r>
              <a:rPr lang="en-US" sz="1800" dirty="0">
                <a:hlinkClick r:id="rId11" tooltip="Java (programming language)"/>
              </a:rPr>
              <a:t>Java</a:t>
            </a:r>
            <a:r>
              <a:rPr lang="en-US" sz="1800" dirty="0"/>
              <a:t> code can run</a:t>
            </a:r>
            <a:r>
              <a:rPr lang="en-US" sz="1800" dirty="0" smtClean="0"/>
              <a:t>.</a:t>
            </a:r>
            <a:endParaRPr lang="en-US" sz="1800" dirty="0"/>
          </a:p>
        </p:txBody>
      </p:sp>
      <p:pic>
        <p:nvPicPr>
          <p:cNvPr id="10244" name="Picture 4" descr="Image result for apache tomcat pn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36245" y="1102933"/>
            <a:ext cx="1785221" cy="1309163"/>
          </a:xfrm>
          <a:prstGeom prst="rect">
            <a:avLst/>
          </a:prstGeom>
          <a:noFill/>
          <a:extLst>
            <a:ext uri="{909E8E84-426E-40DD-AFC4-6F175D3DCCD1}">
              <a14:hiddenFill xmlns:a14="http://schemas.microsoft.com/office/drawing/2010/main">
                <a:solidFill>
                  <a:srgbClr val="FFFFFF"/>
                </a:solidFill>
              </a14:hiddenFill>
            </a:ext>
          </a:extLst>
        </p:spPr>
      </p:pic>
      <p:pic>
        <p:nvPicPr>
          <p:cNvPr id="10247" name="Picture 7"/>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585141" y="863899"/>
            <a:ext cx="2519969" cy="3988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cxnSp>
        <p:nvCxnSpPr>
          <p:cNvPr id="3" name="Elbow Connector 2"/>
          <p:cNvCxnSpPr>
            <a:stCxn id="10247" idx="2"/>
            <a:endCxn id="10244" idx="1"/>
          </p:cNvCxnSpPr>
          <p:nvPr/>
        </p:nvCxnSpPr>
        <p:spPr>
          <a:xfrm rot="16200000" flipH="1">
            <a:off x="6093299" y="1014569"/>
            <a:ext cx="494772" cy="991119"/>
          </a:xfrm>
          <a:prstGeom prst="bentConnector2">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2" name="Elbow Connector 11"/>
          <p:cNvCxnSpPr>
            <a:stCxn id="10244" idx="2"/>
            <a:endCxn id="10260" idx="3"/>
          </p:cNvCxnSpPr>
          <p:nvPr/>
        </p:nvCxnSpPr>
        <p:spPr>
          <a:xfrm rot="5400000">
            <a:off x="6929366" y="2369568"/>
            <a:ext cx="756963" cy="842019"/>
          </a:xfrm>
          <a:prstGeom prst="bentConnector2">
            <a:avLst/>
          </a:prstGeom>
          <a:ln>
            <a:headEnd type="arrow"/>
            <a:tailEnd type="arrow"/>
          </a:ln>
        </p:spPr>
        <p:style>
          <a:lnRef idx="1">
            <a:schemeClr val="accent1"/>
          </a:lnRef>
          <a:fillRef idx="0">
            <a:schemeClr val="accent1"/>
          </a:fillRef>
          <a:effectRef idx="0">
            <a:schemeClr val="accent1"/>
          </a:effectRef>
          <a:fontRef idx="minor">
            <a:schemeClr val="tx1"/>
          </a:fontRef>
        </p:style>
      </p:cxnSp>
      <p:grpSp>
        <p:nvGrpSpPr>
          <p:cNvPr id="16" name="Group 15"/>
          <p:cNvGrpSpPr/>
          <p:nvPr/>
        </p:nvGrpSpPr>
        <p:grpSpPr>
          <a:xfrm>
            <a:off x="4483543" y="2594779"/>
            <a:ext cx="2403294" cy="1573962"/>
            <a:chOff x="4904449" y="2594779"/>
            <a:chExt cx="2403294" cy="1573962"/>
          </a:xfrm>
        </p:grpSpPr>
        <p:pic>
          <p:nvPicPr>
            <p:cNvPr id="10249" name="Picture 9" descr="Image result for ie png logo"/>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472128" y="3083345"/>
              <a:ext cx="1085396" cy="1085396"/>
            </a:xfrm>
            <a:prstGeom prst="rect">
              <a:avLst/>
            </a:prstGeom>
            <a:noFill/>
            <a:extLst>
              <a:ext uri="{909E8E84-426E-40DD-AFC4-6F175D3DCCD1}">
                <a14:hiddenFill xmlns:a14="http://schemas.microsoft.com/office/drawing/2010/main">
                  <a:solidFill>
                    <a:srgbClr val="FFFFFF"/>
                  </a:solidFill>
                </a14:hiddenFill>
              </a:ext>
            </a:extLst>
          </p:spPr>
        </p:pic>
        <p:pic>
          <p:nvPicPr>
            <p:cNvPr id="10258" name="Picture 18" descr="Image result for firefox png"/>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4904449" y="2594779"/>
              <a:ext cx="1135358" cy="1088136"/>
            </a:xfrm>
            <a:prstGeom prst="rect">
              <a:avLst/>
            </a:prstGeom>
            <a:noFill/>
            <a:extLst>
              <a:ext uri="{909E8E84-426E-40DD-AFC4-6F175D3DCCD1}">
                <a14:hiddenFill xmlns:a14="http://schemas.microsoft.com/office/drawing/2010/main">
                  <a:solidFill>
                    <a:srgbClr val="FFFFFF"/>
                  </a:solidFill>
                </a14:hiddenFill>
              </a:ext>
            </a:extLst>
          </p:spPr>
        </p:pic>
        <p:pic>
          <p:nvPicPr>
            <p:cNvPr id="10260" name="Picture 20" descr="Image result for chrome logo png"/>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6219607" y="2624991"/>
              <a:ext cx="1088136" cy="1088136"/>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3284799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Title 1"/>
          <p:cNvSpPr>
            <a:spLocks noGrp="1"/>
          </p:cNvSpPr>
          <p:nvPr>
            <p:ph type="title"/>
          </p:nvPr>
        </p:nvSpPr>
        <p:spPr>
          <a:xfrm>
            <a:off x="231775" y="107156"/>
            <a:ext cx="8458200" cy="610791"/>
          </a:xfrm>
        </p:spPr>
        <p:txBody>
          <a:bodyPr/>
          <a:lstStyle/>
          <a:p>
            <a:r>
              <a:rPr lang="en-US" dirty="0" smtClean="0"/>
              <a:t>Maven</a:t>
            </a:r>
            <a:endParaRPr lang="en-US" dirty="0"/>
          </a:p>
        </p:txBody>
      </p:sp>
      <p:sp>
        <p:nvSpPr>
          <p:cNvPr id="5" name="Content Placeholder 2"/>
          <p:cNvSpPr txBox="1">
            <a:spLocks/>
          </p:cNvSpPr>
          <p:nvPr/>
        </p:nvSpPr>
        <p:spPr bwMode="auto">
          <a:xfrm>
            <a:off x="1305896" y="4255235"/>
            <a:ext cx="6531799" cy="383983"/>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marL="0" indent="0" algn="ctr">
              <a:buNone/>
            </a:pPr>
            <a:r>
              <a:rPr lang="en-US" sz="1800" kern="0" dirty="0">
                <a:hlinkClick r:id="rId3"/>
              </a:rPr>
              <a:t>https://</a:t>
            </a:r>
            <a:r>
              <a:rPr lang="en-US" sz="1800" kern="0" dirty="0" smtClean="0">
                <a:hlinkClick r:id="rId3"/>
              </a:rPr>
              <a:t>en.wikipedia.org/wiki/Apache_Tomcat</a:t>
            </a:r>
            <a:r>
              <a:rPr lang="en-US" sz="1800" kern="0" dirty="0" smtClean="0"/>
              <a:t>    </a:t>
            </a:r>
            <a:endParaRPr lang="en-US" sz="1800" kern="0" dirty="0"/>
          </a:p>
        </p:txBody>
      </p:sp>
      <p:sp>
        <p:nvSpPr>
          <p:cNvPr id="6" name="Content Placeholder 2"/>
          <p:cNvSpPr txBox="1">
            <a:spLocks/>
          </p:cNvSpPr>
          <p:nvPr/>
        </p:nvSpPr>
        <p:spPr bwMode="auto">
          <a:xfrm>
            <a:off x="304433" y="742809"/>
            <a:ext cx="4267362" cy="3425932"/>
          </a:xfrm>
          <a:prstGeom prst="rect">
            <a:avLst/>
          </a:prstGeom>
          <a:noFill/>
          <a:ln w="9525" algn="ctr">
            <a:noFill/>
            <a:miter lim="800000"/>
            <a:headEnd/>
            <a:tailEnd/>
          </a:ln>
        </p:spPr>
        <p:txBody>
          <a:bodyPr vert="horz" wrap="square" lIns="91440" tIns="45720" rIns="91440" bIns="45720" numCol="1" anchor="t" anchorCtr="0" compatLnSpc="1">
            <a:prstTxWarp prst="textNoShape">
              <a:avLst/>
            </a:prstTxWarp>
          </a:bodyPr>
          <a:lstStyle>
            <a:lvl1pPr marL="227013" indent="-227013" algn="l" rtl="0" eaLnBrk="0" fontAlgn="base" hangingPunct="0">
              <a:spcBef>
                <a:spcPts val="800"/>
              </a:spcBef>
              <a:spcAft>
                <a:spcPct val="0"/>
              </a:spcAft>
              <a:buChar char="•"/>
              <a:defRPr sz="2000">
                <a:solidFill>
                  <a:schemeClr val="tx1"/>
                </a:solidFill>
                <a:latin typeface="+mn-lt"/>
                <a:ea typeface="+mn-ea"/>
                <a:cs typeface="+mn-cs"/>
              </a:defRPr>
            </a:lvl1pPr>
            <a:lvl2pPr marL="574675" indent="-233363" algn="l" rtl="0" eaLnBrk="0" fontAlgn="base" hangingPunct="0">
              <a:spcBef>
                <a:spcPct val="20000"/>
              </a:spcBef>
              <a:spcAft>
                <a:spcPct val="0"/>
              </a:spcAft>
              <a:buChar char="–"/>
              <a:defRPr>
                <a:solidFill>
                  <a:schemeClr val="tx1"/>
                </a:solidFill>
                <a:latin typeface="+mn-lt"/>
              </a:defRPr>
            </a:lvl2pPr>
            <a:lvl3pPr marL="854075" indent="-165100" algn="l" rtl="0" eaLnBrk="0" fontAlgn="base" hangingPunct="0">
              <a:spcBef>
                <a:spcPct val="15000"/>
              </a:spcBef>
              <a:spcAft>
                <a:spcPct val="0"/>
              </a:spcAft>
              <a:buChar char="•"/>
              <a:defRPr sz="1800">
                <a:solidFill>
                  <a:schemeClr val="tx1"/>
                </a:solidFill>
                <a:latin typeface="+mn-lt"/>
              </a:defRPr>
            </a:lvl3pPr>
            <a:lvl4pPr marL="1201738" indent="-233363" algn="l" rtl="0" eaLnBrk="0" fontAlgn="base" hangingPunct="0">
              <a:spcBef>
                <a:spcPct val="5000"/>
              </a:spcBef>
              <a:spcAft>
                <a:spcPct val="0"/>
              </a:spcAft>
              <a:buChar char="–"/>
              <a:defRPr sz="1800">
                <a:solidFill>
                  <a:schemeClr val="tx1"/>
                </a:solidFill>
                <a:latin typeface="+mn-lt"/>
              </a:defRPr>
            </a:lvl4pPr>
            <a:lvl5pPr marL="1489075" indent="-173038" algn="l" rtl="0" eaLnBrk="0" fontAlgn="base" hangingPunct="0">
              <a:spcBef>
                <a:spcPct val="0"/>
              </a:spcBef>
              <a:spcAft>
                <a:spcPct val="0"/>
              </a:spcAft>
              <a:buChar char="»"/>
              <a:defRPr sz="1800">
                <a:solidFill>
                  <a:schemeClr val="tx1"/>
                </a:solidFill>
                <a:latin typeface="+mn-lt"/>
              </a:defRPr>
            </a:lvl5pPr>
            <a:lvl6pPr marL="1946275" indent="-173038" algn="l" rtl="0" fontAlgn="base">
              <a:spcBef>
                <a:spcPct val="0"/>
              </a:spcBef>
              <a:spcAft>
                <a:spcPct val="0"/>
              </a:spcAft>
              <a:buChar char="»"/>
              <a:defRPr sz="1600">
                <a:solidFill>
                  <a:schemeClr val="tx1"/>
                </a:solidFill>
                <a:latin typeface="+mn-lt"/>
              </a:defRPr>
            </a:lvl6pPr>
            <a:lvl7pPr marL="2403475" indent="-173038" algn="l" rtl="0" fontAlgn="base">
              <a:spcBef>
                <a:spcPct val="0"/>
              </a:spcBef>
              <a:spcAft>
                <a:spcPct val="0"/>
              </a:spcAft>
              <a:buChar char="»"/>
              <a:defRPr sz="1600">
                <a:solidFill>
                  <a:schemeClr val="tx1"/>
                </a:solidFill>
                <a:latin typeface="+mn-lt"/>
              </a:defRPr>
            </a:lvl7pPr>
            <a:lvl8pPr marL="2860675" indent="-173038" algn="l" rtl="0" fontAlgn="base">
              <a:spcBef>
                <a:spcPct val="0"/>
              </a:spcBef>
              <a:spcAft>
                <a:spcPct val="0"/>
              </a:spcAft>
              <a:buChar char="»"/>
              <a:defRPr sz="1600">
                <a:solidFill>
                  <a:schemeClr val="tx1"/>
                </a:solidFill>
                <a:latin typeface="+mn-lt"/>
              </a:defRPr>
            </a:lvl8pPr>
            <a:lvl9pPr marL="3317875" indent="-173038" algn="l" rtl="0" fontAlgn="base">
              <a:spcBef>
                <a:spcPct val="0"/>
              </a:spcBef>
              <a:spcAft>
                <a:spcPct val="0"/>
              </a:spcAft>
              <a:buChar char="»"/>
              <a:defRPr sz="1600">
                <a:solidFill>
                  <a:schemeClr val="tx1"/>
                </a:solidFill>
                <a:latin typeface="+mn-lt"/>
              </a:defRPr>
            </a:lvl9pPr>
          </a:lstStyle>
          <a:p>
            <a:pPr>
              <a:buFont typeface="Arial" panose="020B0604020202020204" pitchFamily="34" charset="0"/>
              <a:buChar char="•"/>
            </a:pPr>
            <a:r>
              <a:rPr lang="en-US" sz="1800" dirty="0"/>
              <a:t>Apache Maven is a software project management and comprehension tool. Based on the concept of a project object model (POM), Maven can </a:t>
            </a:r>
            <a:r>
              <a:rPr lang="en-US" sz="1800" b="1" dirty="0"/>
              <a:t>manage a project's build, reporting and documentation from a central piece of information</a:t>
            </a:r>
            <a:r>
              <a:rPr lang="en-US" sz="1800" dirty="0" smtClean="0"/>
              <a:t>.</a:t>
            </a:r>
          </a:p>
          <a:p>
            <a:pPr>
              <a:buFont typeface="Arial" panose="020B0604020202020204" pitchFamily="34" charset="0"/>
              <a:buChar char="•"/>
            </a:pPr>
            <a:endParaRPr lang="en-US" sz="1800" dirty="0"/>
          </a:p>
          <a:p>
            <a:pPr>
              <a:buFont typeface="Arial" panose="020B0604020202020204" pitchFamily="34" charset="0"/>
              <a:buChar char="•"/>
            </a:pPr>
            <a:endParaRPr lang="en-US" sz="1800" dirty="0"/>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3856" y="1589907"/>
            <a:ext cx="3533775" cy="1057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74771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5_FinalPowerpoint">
  <a:themeElements>
    <a:clrScheme name="Custom 1">
      <a:dk1>
        <a:srgbClr val="000000"/>
      </a:dk1>
      <a:lt1>
        <a:srgbClr val="FFFFFF"/>
      </a:lt1>
      <a:dk2>
        <a:srgbClr val="DE0000"/>
      </a:dk2>
      <a:lt2>
        <a:srgbClr val="808080"/>
      </a:lt2>
      <a:accent1>
        <a:srgbClr val="DE0000"/>
      </a:accent1>
      <a:accent2>
        <a:srgbClr val="AEAEAE"/>
      </a:accent2>
      <a:accent3>
        <a:srgbClr val="117788"/>
      </a:accent3>
      <a:accent4>
        <a:srgbClr val="404040"/>
      </a:accent4>
      <a:accent5>
        <a:srgbClr val="7F7F7F"/>
      </a:accent5>
      <a:accent6>
        <a:srgbClr val="32B4CE"/>
      </a:accent6>
      <a:hlink>
        <a:srgbClr val="DE0000"/>
      </a:hlink>
      <a:folHlink>
        <a:srgbClr val="AAAAAA"/>
      </a:folHlink>
    </a:clrScheme>
    <a:fontScheme name="FinalPowerpoint">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FinalPowerpoint 1">
        <a:dk1>
          <a:srgbClr val="000000"/>
        </a:dk1>
        <a:lt1>
          <a:srgbClr val="FFFFFF"/>
        </a:lt1>
        <a:dk2>
          <a:srgbClr val="FF0000"/>
        </a:dk2>
        <a:lt2>
          <a:srgbClr val="808080"/>
        </a:lt2>
        <a:accent1>
          <a:srgbClr val="AAAAAA"/>
        </a:accent1>
        <a:accent2>
          <a:srgbClr val="000000"/>
        </a:accent2>
        <a:accent3>
          <a:srgbClr val="FFFFFF"/>
        </a:accent3>
        <a:accent4>
          <a:srgbClr val="000000"/>
        </a:accent4>
        <a:accent5>
          <a:srgbClr val="D2D2D2"/>
        </a:accent5>
        <a:accent6>
          <a:srgbClr val="000000"/>
        </a:accent6>
        <a:hlink>
          <a:srgbClr val="FF0000"/>
        </a:hlink>
        <a:folHlink>
          <a:srgbClr val="AAAAAA"/>
        </a:folHlink>
      </a:clrScheme>
      <a:clrMap bg1="lt1" tx1="dk1" bg2="lt2" tx2="dk2" accent1="accent1" accent2="accent2" accent3="accent3" accent4="accent4" accent5="accent5" accent6="accent6" hlink="hlink" folHlink="folHlink"/>
    </a:extraClrScheme>
    <a:extraClrScheme>
      <a:clrScheme name="FinalPowerpoint 2">
        <a:dk1>
          <a:srgbClr val="AAAAAA"/>
        </a:dk1>
        <a:lt1>
          <a:srgbClr val="FFFFFF"/>
        </a:lt1>
        <a:dk2>
          <a:srgbClr val="000000"/>
        </a:dk2>
        <a:lt2>
          <a:srgbClr val="FFFFFF"/>
        </a:lt2>
        <a:accent1>
          <a:srgbClr val="AAAAAA"/>
        </a:accent1>
        <a:accent2>
          <a:srgbClr val="FFFFFF"/>
        </a:accent2>
        <a:accent3>
          <a:srgbClr val="AAAAAA"/>
        </a:accent3>
        <a:accent4>
          <a:srgbClr val="DADADA"/>
        </a:accent4>
        <a:accent5>
          <a:srgbClr val="D2D2D2"/>
        </a:accent5>
        <a:accent6>
          <a:srgbClr val="E7E7E7"/>
        </a:accent6>
        <a:hlink>
          <a:srgbClr val="AAAAAA"/>
        </a:hlink>
        <a:folHlink>
          <a:srgbClr val="FF0000"/>
        </a:folHlink>
      </a:clrScheme>
      <a:clrMap bg1="dk2" tx1="lt1" bg2="dk1" tx2="lt2" accent1="accent1" accent2="accent2" accent3="accent3" accent4="accent4" accent5="accent5" accent6="accent6" hlink="hlink" folHlink="folHlink"/>
    </a:extraClrScheme>
    <a:extraClrScheme>
      <a:clrScheme name="FinalPowerpoint 3">
        <a:dk1>
          <a:srgbClr val="808080"/>
        </a:dk1>
        <a:lt1>
          <a:srgbClr val="FFFFFF"/>
        </a:lt1>
        <a:dk2>
          <a:srgbClr val="AAAAAA"/>
        </a:dk2>
        <a:lt2>
          <a:srgbClr val="000000"/>
        </a:lt2>
        <a:accent1>
          <a:srgbClr val="000000"/>
        </a:accent1>
        <a:accent2>
          <a:srgbClr val="AAAAAA"/>
        </a:accent2>
        <a:accent3>
          <a:srgbClr val="D2D2D2"/>
        </a:accent3>
        <a:accent4>
          <a:srgbClr val="DADADA"/>
        </a:accent4>
        <a:accent5>
          <a:srgbClr val="AAAAAA"/>
        </a:accent5>
        <a:accent6>
          <a:srgbClr val="9A9A9A"/>
        </a:accent6>
        <a:hlink>
          <a:srgbClr val="FF0000"/>
        </a:hlink>
        <a:folHlink>
          <a:srgbClr val="FFFFFF"/>
        </a:folHlink>
      </a:clrScheme>
      <a:clrMap bg1="dk2" tx1="lt1" bg2="dk1" tx2="lt2" accent1="accent1" accent2="accent2" accent3="accent3" accent4="accent4" accent5="accent5" accent6="accent6" hlink="hlink" folHlink="folHlink"/>
    </a:extraClrScheme>
    <a:extraClrScheme>
      <a:clrScheme name="FinalPowerpoint 4">
        <a:dk1>
          <a:srgbClr val="000000"/>
        </a:dk1>
        <a:lt1>
          <a:srgbClr val="FF0000"/>
        </a:lt1>
        <a:dk2>
          <a:srgbClr val="FFFFFF"/>
        </a:dk2>
        <a:lt2>
          <a:srgbClr val="000000"/>
        </a:lt2>
        <a:accent1>
          <a:srgbClr val="AAAAAA"/>
        </a:accent1>
        <a:accent2>
          <a:srgbClr val="FFFFFF"/>
        </a:accent2>
        <a:accent3>
          <a:srgbClr val="FFAAAA"/>
        </a:accent3>
        <a:accent4>
          <a:srgbClr val="000000"/>
        </a:accent4>
        <a:accent5>
          <a:srgbClr val="D2D2D2"/>
        </a:accent5>
        <a:accent6>
          <a:srgbClr val="E7E7E7"/>
        </a:accent6>
        <a:hlink>
          <a:srgbClr val="000000"/>
        </a:hlink>
        <a:folHlink>
          <a:srgbClr val="AAAAAA"/>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7370</TotalTime>
  <Words>479</Words>
  <Application>Microsoft Office PowerPoint</Application>
  <PresentationFormat>On-screen Show (16:9)</PresentationFormat>
  <Paragraphs>74</Paragraphs>
  <Slides>13</Slides>
  <Notes>12</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5_FinalPowerpoint</vt:lpstr>
      <vt:lpstr>Spring Framework Overview – Pre-work</vt:lpstr>
      <vt:lpstr>Need To Knows</vt:lpstr>
      <vt:lpstr>OOP Concept</vt:lpstr>
      <vt:lpstr>Java Classes</vt:lpstr>
      <vt:lpstr>Java Methods and Variables</vt:lpstr>
      <vt:lpstr>Java Interface</vt:lpstr>
      <vt:lpstr>Java Annotation</vt:lpstr>
      <vt:lpstr>JSP</vt:lpstr>
      <vt:lpstr>JQuery</vt:lpstr>
      <vt:lpstr>XML</vt:lpstr>
      <vt:lpstr>MyBatis</vt:lpstr>
      <vt:lpstr>Tomcat</vt:lpstr>
      <vt:lpstr>Maven</vt:lpstr>
    </vt:vector>
  </TitlesOfParts>
  <Company>Texas Instruments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Dev Forum: Spring-Pre-work</dc:title>
  <dc:creator>r-tumbaga1@ti.com</dc:creator>
  <cp:lastModifiedBy>Windows User</cp:lastModifiedBy>
  <cp:revision>845</cp:revision>
  <cp:lastPrinted>2017-06-13T01:24:56Z</cp:lastPrinted>
  <dcterms:created xsi:type="dcterms:W3CDTF">2007-12-19T20:51:45Z</dcterms:created>
  <dcterms:modified xsi:type="dcterms:W3CDTF">2017-06-13T01:24:59Z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0x0101005272E952649209458A02B372AEC6BC20</vt:lpwstr>
  </property>
  <property fmtid="{D5CDD505-2E9C-101B-9397-08002B2CF9AE}" pid="3" name="Topic">
    <vt:lpwstr>LOE / Project Estimation</vt:lpwstr>
  </property>
  <property fmtid="{D5CDD505-2E9C-101B-9397-08002B2CF9AE}" pid="4" name="Link">
    <vt:lpwstr/>
  </property>
</Properties>
</file>